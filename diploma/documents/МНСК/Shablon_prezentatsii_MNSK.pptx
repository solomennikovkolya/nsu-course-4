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96" r:id="rId4"/>
  </p:sldMasterIdLst>
  <p:notesMasterIdLst>
    <p:notesMasterId r:id="rId24"/>
  </p:notesMasterIdLst>
  <p:handoutMasterIdLst>
    <p:handoutMasterId r:id="rId25"/>
  </p:handoutMasterIdLst>
  <p:sldIdLst>
    <p:sldId id="263" r:id="rId5"/>
    <p:sldId id="262" r:id="rId6"/>
    <p:sldId id="261" r:id="rId7"/>
    <p:sldId id="264" r:id="rId8"/>
    <p:sldId id="266" r:id="rId9"/>
    <p:sldId id="273" r:id="rId10"/>
    <p:sldId id="274" r:id="rId11"/>
    <p:sldId id="275" r:id="rId12"/>
    <p:sldId id="278" r:id="rId13"/>
    <p:sldId id="277" r:id="rId14"/>
    <p:sldId id="279" r:id="rId15"/>
    <p:sldId id="267" r:id="rId16"/>
    <p:sldId id="268" r:id="rId17"/>
    <p:sldId id="269" r:id="rId18"/>
    <p:sldId id="270" r:id="rId19"/>
    <p:sldId id="271" r:id="rId20"/>
    <p:sldId id="272" r:id="rId21"/>
    <p:sldId id="265" r:id="rId22"/>
    <p:sldId id="26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CF9B"/>
    <a:srgbClr val="213148"/>
    <a:srgbClr val="0F6FC6"/>
    <a:srgbClr val="0C9B74"/>
    <a:srgbClr val="009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1" autoAdjust="0"/>
    <p:restoredTop sz="94678" autoAdjust="0"/>
  </p:normalViewPr>
  <p:slideViewPr>
    <p:cSldViewPr snapToGrid="0">
      <p:cViewPr>
        <p:scale>
          <a:sx n="100" d="100"/>
          <a:sy n="100" d="100"/>
        </p:scale>
        <p:origin x="1344" y="13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367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rgbClr val="0F6FC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Arial" panose="020B0604020202020204" pitchFamily="34" charset="0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Лист1!$D$4:$D$7</c:f>
              <c:strCache>
                <c:ptCount val="4"/>
                <c:pt idx="0">
                  <c:v>Образование 2019</c:v>
                </c:pt>
                <c:pt idx="1">
                  <c:v>Исследования 2019</c:v>
                </c:pt>
                <c:pt idx="2">
                  <c:v>Образование 2024</c:v>
                </c:pt>
                <c:pt idx="3">
                  <c:v>Исследования 2024</c:v>
                </c:pt>
              </c:strCache>
            </c:strRef>
          </c:cat>
          <c:val>
            <c:numRef>
              <c:f>Лист1!$E$4:$E$7</c:f>
              <c:numCache>
                <c:formatCode>General</c:formatCode>
                <c:ptCount val="4"/>
                <c:pt idx="0">
                  <c:v>1.1000000000000001</c:v>
                </c:pt>
                <c:pt idx="1">
                  <c:v>0.5</c:v>
                </c:pt>
                <c:pt idx="2">
                  <c:v>1.5</c:v>
                </c:pt>
                <c:pt idx="3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45-4950-B5E7-6BBC137B9F56}"/>
            </c:ext>
          </c:extLst>
        </c:ser>
        <c:ser>
          <c:idx val="1"/>
          <c:order val="1"/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/>
                      <a:t>0,5</a:t>
                    </a:r>
                    <a:endParaRPr lang="en-US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4745-4950-B5E7-6BBC137B9F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Arial" panose="020B0604020202020204" pitchFamily="34" charset="0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Лист1!$D$4:$D$7</c:f>
              <c:strCache>
                <c:ptCount val="4"/>
                <c:pt idx="0">
                  <c:v>Образование 2019</c:v>
                </c:pt>
                <c:pt idx="1">
                  <c:v>Исследования 2019</c:v>
                </c:pt>
                <c:pt idx="2">
                  <c:v>Образование 2024</c:v>
                </c:pt>
                <c:pt idx="3">
                  <c:v>Исследования 2024</c:v>
                </c:pt>
              </c:strCache>
            </c:strRef>
          </c:cat>
          <c:val>
            <c:numRef>
              <c:f>Лист1!$F$4:$F$7</c:f>
              <c:numCache>
                <c:formatCode>General</c:formatCode>
                <c:ptCount val="4"/>
                <c:pt idx="0">
                  <c:v>0.3</c:v>
                </c:pt>
                <c:pt idx="1">
                  <c:v>0.4</c:v>
                </c:pt>
                <c:pt idx="2">
                  <c:v>0.7</c:v>
                </c:pt>
                <c:pt idx="3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45-4950-B5E7-6BBC137B9F5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68830112"/>
        <c:axId val="517391872"/>
      </c:barChart>
      <c:catAx>
        <c:axId val="86883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ru-RU"/>
          </a:p>
        </c:txPr>
        <c:crossAx val="517391872"/>
        <c:crosses val="autoZero"/>
        <c:auto val="1"/>
        <c:lblAlgn val="ctr"/>
        <c:lblOffset val="100"/>
        <c:noMultiLvlLbl val="0"/>
      </c:catAx>
      <c:valAx>
        <c:axId val="5173918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6883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ACC2BB-77D2-5443-847E-999DC9F6DAC6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16E7A1-ED3F-9B4B-8C6F-3B8165A25B11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1200" b="1" i="0" noProof="0" dirty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rPr>
            <a:t>Section #1</a:t>
          </a:r>
        </a:p>
      </dgm:t>
    </dgm:pt>
    <dgm:pt modelId="{A1B27E07-4CEA-2449-875A-13F796924B0A}" type="parTrans" cxnId="{C32F5CB0-1FF7-3A4E-874A-6B5C2DAFA06B}">
      <dgm:prSet/>
      <dgm:spPr/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5575E51D-2DB0-B647-9160-ED30AA524F61}" type="sibTrans" cxnId="{C32F5CB0-1FF7-3A4E-874A-6B5C2DAFA06B}">
      <dgm:prSet custT="1"/>
      <dgm:spPr>
        <a:solidFill>
          <a:schemeClr val="tx1">
            <a:alpha val="10000"/>
          </a:schemeClr>
        </a:solidFill>
      </dgm:spPr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BC125942-6CFC-C04B-A691-FD2826DB2610}">
      <dgm:prSet phldrT="[Text]" custT="1"/>
      <dgm:spPr>
        <a:solidFill>
          <a:srgbClr val="0C9B74">
            <a:alpha val="80000"/>
          </a:srgbClr>
        </a:solidFill>
      </dgm:spPr>
      <dgm:t>
        <a:bodyPr/>
        <a:lstStyle/>
        <a:p>
          <a:r>
            <a:rPr lang="en-US" sz="1200" b="1" i="0" noProof="0" dirty="0">
              <a:latin typeface="Open Sans" charset="0"/>
              <a:ea typeface="Open Sans" charset="0"/>
              <a:cs typeface="Open Sans" charset="0"/>
            </a:rPr>
            <a:t>Section #2</a:t>
          </a:r>
        </a:p>
      </dgm:t>
    </dgm:pt>
    <dgm:pt modelId="{B4D88C48-E8CE-3C41-8435-472B9CE83908}" type="parTrans" cxnId="{83490A8C-42DC-E64D-909A-196A5CFB2135}">
      <dgm:prSet/>
      <dgm:spPr/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E7F92082-69AA-C843-B261-831913503CAF}" type="sibTrans" cxnId="{83490A8C-42DC-E64D-909A-196A5CFB2135}">
      <dgm:prSet custT="1"/>
      <dgm:spPr>
        <a:solidFill>
          <a:schemeClr val="tx1">
            <a:alpha val="10000"/>
          </a:schemeClr>
        </a:solidFill>
      </dgm:spPr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2CDA1792-E905-1F4E-9AFF-F1DA9895DC58}">
      <dgm:prSet phldrT="[Text]" custT="1"/>
      <dgm:spPr>
        <a:solidFill>
          <a:schemeClr val="tx1">
            <a:lumMod val="75000"/>
            <a:lumOff val="25000"/>
            <a:alpha val="80000"/>
          </a:schemeClr>
        </a:solidFill>
      </dgm:spPr>
      <dgm:t>
        <a:bodyPr/>
        <a:lstStyle/>
        <a:p>
          <a:r>
            <a:rPr lang="en-US" sz="1200" b="1" i="0" noProof="0" dirty="0">
              <a:latin typeface="Open Sans" charset="0"/>
              <a:ea typeface="Open Sans" charset="0"/>
              <a:cs typeface="Open Sans" charset="0"/>
            </a:rPr>
            <a:t>Section #3</a:t>
          </a:r>
        </a:p>
      </dgm:t>
    </dgm:pt>
    <dgm:pt modelId="{C77E98CC-C83A-524F-B711-1C1BCEF899C8}" type="parTrans" cxnId="{03D9DE9C-8141-1843-8B62-40DA146A4979}">
      <dgm:prSet/>
      <dgm:spPr/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10011AD3-D3A6-7146-A9B0-D749D42353EA}" type="sibTrans" cxnId="{03D9DE9C-8141-1843-8B62-40DA146A4979}">
      <dgm:prSet custT="1"/>
      <dgm:spPr>
        <a:solidFill>
          <a:schemeClr val="tx1">
            <a:alpha val="10000"/>
          </a:schemeClr>
        </a:solidFill>
      </dgm:spPr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468A5305-C682-4349-AAC5-FEE1F1C23821}">
      <dgm:prSet phldrT="[Text]" custT="1"/>
      <dgm:spPr>
        <a:solidFill>
          <a:schemeClr val="tx1">
            <a:lumMod val="75000"/>
            <a:lumOff val="25000"/>
            <a:alpha val="80000"/>
          </a:schemeClr>
        </a:solidFill>
      </dgm:spPr>
      <dgm:t>
        <a:bodyPr/>
        <a:lstStyle/>
        <a:p>
          <a:r>
            <a:rPr lang="en-US" sz="1200" b="1" i="0" noProof="0" dirty="0">
              <a:latin typeface="Open Sans" charset="0"/>
              <a:ea typeface="Open Sans" charset="0"/>
              <a:cs typeface="Open Sans" charset="0"/>
            </a:rPr>
            <a:t>Section #4</a:t>
          </a:r>
        </a:p>
      </dgm:t>
    </dgm:pt>
    <dgm:pt modelId="{726FFD26-739D-5F44-8424-52084004CC48}" type="parTrans" cxnId="{DE300ECD-9CA8-B249-881A-C699926BBAFB}">
      <dgm:prSet/>
      <dgm:spPr/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F0274A88-5F97-C54C-A392-B2BB6144DF1C}" type="sibTrans" cxnId="{DE300ECD-9CA8-B249-881A-C699926BBAFB}">
      <dgm:prSet custT="1"/>
      <dgm:spPr>
        <a:solidFill>
          <a:schemeClr val="tx1">
            <a:alpha val="10000"/>
          </a:schemeClr>
        </a:solidFill>
      </dgm:spPr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0D30E0D3-4A0B-1349-9502-FC6ABF615E76}">
      <dgm:prSet phldrT="[Text]" custT="1"/>
      <dgm:spPr>
        <a:solidFill>
          <a:schemeClr val="tx1">
            <a:lumMod val="75000"/>
            <a:lumOff val="25000"/>
            <a:alpha val="80000"/>
          </a:schemeClr>
        </a:solidFill>
      </dgm:spPr>
      <dgm:t>
        <a:bodyPr/>
        <a:lstStyle/>
        <a:p>
          <a:r>
            <a:rPr lang="en-US" sz="1200" b="1" i="0" noProof="0" dirty="0">
              <a:latin typeface="Open Sans" charset="0"/>
              <a:ea typeface="Open Sans" charset="0"/>
              <a:cs typeface="Open Sans" charset="0"/>
            </a:rPr>
            <a:t>Section #5</a:t>
          </a:r>
        </a:p>
      </dgm:t>
    </dgm:pt>
    <dgm:pt modelId="{967072A7-6F81-A542-9C29-10C63EDED48E}" type="parTrans" cxnId="{6E78DC6E-E3F5-DE49-8944-DE2F2D46E3C2}">
      <dgm:prSet/>
      <dgm:spPr/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A4314637-1252-6446-8E9E-6D373C91AFEA}" type="sibTrans" cxnId="{6E78DC6E-E3F5-DE49-8944-DE2F2D46E3C2}">
      <dgm:prSet custT="1"/>
      <dgm:spPr>
        <a:solidFill>
          <a:schemeClr val="tx1">
            <a:alpha val="10000"/>
          </a:schemeClr>
        </a:solidFill>
      </dgm:spPr>
      <dgm:t>
        <a:bodyPr/>
        <a:lstStyle/>
        <a:p>
          <a:endParaRPr lang="en-US" sz="1200" b="1" i="0" noProof="0" dirty="0">
            <a:latin typeface="Open Sans" charset="0"/>
            <a:ea typeface="Open Sans" charset="0"/>
            <a:cs typeface="Open Sans" charset="0"/>
          </a:endParaRPr>
        </a:p>
      </dgm:t>
    </dgm:pt>
    <dgm:pt modelId="{6186F85D-9C77-0C4C-8321-1EC05BAA6FC0}" type="pres">
      <dgm:prSet presAssocID="{42ACC2BB-77D2-5443-847E-999DC9F6DAC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B399530-A43F-834A-BD57-615AF5897F6A}" type="pres">
      <dgm:prSet presAssocID="{4716E7A1-ED3F-9B4B-8C6F-3B8165A25B1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21AC20-9E37-3F4E-8259-81B133F55010}" type="pres">
      <dgm:prSet presAssocID="{5575E51D-2DB0-B647-9160-ED30AA524F61}" presName="sibTrans" presStyleLbl="sibTrans2D1" presStyleIdx="0" presStyleCnt="5" custScaleY="48017"/>
      <dgm:spPr/>
      <dgm:t>
        <a:bodyPr/>
        <a:lstStyle/>
        <a:p>
          <a:endParaRPr lang="ru-RU"/>
        </a:p>
      </dgm:t>
    </dgm:pt>
    <dgm:pt modelId="{4EB81360-BA20-154F-AC93-83165CBF848D}" type="pres">
      <dgm:prSet presAssocID="{5575E51D-2DB0-B647-9160-ED30AA524F61}" presName="connectorText" presStyleLbl="sibTrans2D1" presStyleIdx="0" presStyleCnt="5"/>
      <dgm:spPr/>
      <dgm:t>
        <a:bodyPr/>
        <a:lstStyle/>
        <a:p>
          <a:endParaRPr lang="ru-RU"/>
        </a:p>
      </dgm:t>
    </dgm:pt>
    <dgm:pt modelId="{6E3E0ECA-979F-C842-84AF-B9C95AAFEE09}" type="pres">
      <dgm:prSet presAssocID="{BC125942-6CFC-C04B-A691-FD2826DB261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5BD706-825F-8342-A9E6-71E9F112EA77}" type="pres">
      <dgm:prSet presAssocID="{E7F92082-69AA-C843-B261-831913503CAF}" presName="sibTrans" presStyleLbl="sibTrans2D1" presStyleIdx="1" presStyleCnt="5" custScaleY="45712"/>
      <dgm:spPr/>
      <dgm:t>
        <a:bodyPr/>
        <a:lstStyle/>
        <a:p>
          <a:endParaRPr lang="ru-RU"/>
        </a:p>
      </dgm:t>
    </dgm:pt>
    <dgm:pt modelId="{3121B62C-0043-4E43-A7EA-2B4B4D9B71F6}" type="pres">
      <dgm:prSet presAssocID="{E7F92082-69AA-C843-B261-831913503CAF}" presName="connectorText" presStyleLbl="sibTrans2D1" presStyleIdx="1" presStyleCnt="5"/>
      <dgm:spPr/>
      <dgm:t>
        <a:bodyPr/>
        <a:lstStyle/>
        <a:p>
          <a:endParaRPr lang="ru-RU"/>
        </a:p>
      </dgm:t>
    </dgm:pt>
    <dgm:pt modelId="{D80EB7B2-57D2-6243-BA32-CA322223A7EB}" type="pres">
      <dgm:prSet presAssocID="{2CDA1792-E905-1F4E-9AFF-F1DA9895DC5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D1825C-2260-9F4F-8C2D-F638397C73CA}" type="pres">
      <dgm:prSet presAssocID="{10011AD3-D3A6-7146-A9B0-D749D42353EA}" presName="sibTrans" presStyleLbl="sibTrans2D1" presStyleIdx="2" presStyleCnt="5" custScaleY="45712"/>
      <dgm:spPr/>
      <dgm:t>
        <a:bodyPr/>
        <a:lstStyle/>
        <a:p>
          <a:endParaRPr lang="ru-RU"/>
        </a:p>
      </dgm:t>
    </dgm:pt>
    <dgm:pt modelId="{36DDB031-F304-BA44-BF1D-216E2177A6BB}" type="pres">
      <dgm:prSet presAssocID="{10011AD3-D3A6-7146-A9B0-D749D42353EA}" presName="connectorText" presStyleLbl="sibTrans2D1" presStyleIdx="2" presStyleCnt="5"/>
      <dgm:spPr/>
      <dgm:t>
        <a:bodyPr/>
        <a:lstStyle/>
        <a:p>
          <a:endParaRPr lang="ru-RU"/>
        </a:p>
      </dgm:t>
    </dgm:pt>
    <dgm:pt modelId="{127D618E-79C9-564C-B0D8-290D6499E916}" type="pres">
      <dgm:prSet presAssocID="{468A5305-C682-4349-AAC5-FEE1F1C2382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6E1547-23FE-BA4C-B910-582614A07F5F}" type="pres">
      <dgm:prSet presAssocID="{F0274A88-5F97-C54C-A392-B2BB6144DF1C}" presName="sibTrans" presStyleLbl="sibTrans2D1" presStyleIdx="3" presStyleCnt="5" custScaleY="45712"/>
      <dgm:spPr/>
      <dgm:t>
        <a:bodyPr/>
        <a:lstStyle/>
        <a:p>
          <a:endParaRPr lang="ru-RU"/>
        </a:p>
      </dgm:t>
    </dgm:pt>
    <dgm:pt modelId="{6919E781-F15A-EF48-A402-B73D3A6A6D15}" type="pres">
      <dgm:prSet presAssocID="{F0274A88-5F97-C54C-A392-B2BB6144DF1C}" presName="connectorText" presStyleLbl="sibTrans2D1" presStyleIdx="3" presStyleCnt="5"/>
      <dgm:spPr/>
      <dgm:t>
        <a:bodyPr/>
        <a:lstStyle/>
        <a:p>
          <a:endParaRPr lang="ru-RU"/>
        </a:p>
      </dgm:t>
    </dgm:pt>
    <dgm:pt modelId="{46E8956E-978C-384B-8347-E1CAECB03032}" type="pres">
      <dgm:prSet presAssocID="{0D30E0D3-4A0B-1349-9502-FC6ABF615E7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2FE1D6-259C-A842-B62D-876CBCE1E8C2}" type="pres">
      <dgm:prSet presAssocID="{A4314637-1252-6446-8E9E-6D373C91AFEA}" presName="sibTrans" presStyleLbl="sibTrans2D1" presStyleIdx="4" presStyleCnt="5" custScaleY="49045"/>
      <dgm:spPr/>
      <dgm:t>
        <a:bodyPr/>
        <a:lstStyle/>
        <a:p>
          <a:endParaRPr lang="ru-RU"/>
        </a:p>
      </dgm:t>
    </dgm:pt>
    <dgm:pt modelId="{FE59E9C9-4605-E248-879B-4AF8C95558DA}" type="pres">
      <dgm:prSet presAssocID="{A4314637-1252-6446-8E9E-6D373C91AFEA}" presName="connectorText" presStyleLbl="sibTrans2D1" presStyleIdx="4" presStyleCnt="5"/>
      <dgm:spPr/>
      <dgm:t>
        <a:bodyPr/>
        <a:lstStyle/>
        <a:p>
          <a:endParaRPr lang="ru-RU"/>
        </a:p>
      </dgm:t>
    </dgm:pt>
  </dgm:ptLst>
  <dgm:cxnLst>
    <dgm:cxn modelId="{C6A888C3-5BB5-5444-AD4E-CD1443E785F6}" type="presOf" srcId="{10011AD3-D3A6-7146-A9B0-D749D42353EA}" destId="{36DDB031-F304-BA44-BF1D-216E2177A6BB}" srcOrd="1" destOrd="0" presId="urn:microsoft.com/office/officeart/2005/8/layout/cycle2"/>
    <dgm:cxn modelId="{6E78DC6E-E3F5-DE49-8944-DE2F2D46E3C2}" srcId="{42ACC2BB-77D2-5443-847E-999DC9F6DAC6}" destId="{0D30E0D3-4A0B-1349-9502-FC6ABF615E76}" srcOrd="4" destOrd="0" parTransId="{967072A7-6F81-A542-9C29-10C63EDED48E}" sibTransId="{A4314637-1252-6446-8E9E-6D373C91AFEA}"/>
    <dgm:cxn modelId="{91100954-0879-8743-B023-1565DDD19194}" type="presOf" srcId="{A4314637-1252-6446-8E9E-6D373C91AFEA}" destId="{FE59E9C9-4605-E248-879B-4AF8C95558DA}" srcOrd="1" destOrd="0" presId="urn:microsoft.com/office/officeart/2005/8/layout/cycle2"/>
    <dgm:cxn modelId="{92196F5B-5A95-B04D-B1D5-4319D1817C6F}" type="presOf" srcId="{4716E7A1-ED3F-9B4B-8C6F-3B8165A25B11}" destId="{0B399530-A43F-834A-BD57-615AF5897F6A}" srcOrd="0" destOrd="0" presId="urn:microsoft.com/office/officeart/2005/8/layout/cycle2"/>
    <dgm:cxn modelId="{43866F0F-C859-1F4A-AEA9-3C3341F0C9B5}" type="presOf" srcId="{10011AD3-D3A6-7146-A9B0-D749D42353EA}" destId="{9BD1825C-2260-9F4F-8C2D-F638397C73CA}" srcOrd="0" destOrd="0" presId="urn:microsoft.com/office/officeart/2005/8/layout/cycle2"/>
    <dgm:cxn modelId="{83490A8C-42DC-E64D-909A-196A5CFB2135}" srcId="{42ACC2BB-77D2-5443-847E-999DC9F6DAC6}" destId="{BC125942-6CFC-C04B-A691-FD2826DB2610}" srcOrd="1" destOrd="0" parTransId="{B4D88C48-E8CE-3C41-8435-472B9CE83908}" sibTransId="{E7F92082-69AA-C843-B261-831913503CAF}"/>
    <dgm:cxn modelId="{65C417A7-9054-7A44-B2B7-105E4DA47F62}" type="presOf" srcId="{E7F92082-69AA-C843-B261-831913503CAF}" destId="{9D5BD706-825F-8342-A9E6-71E9F112EA77}" srcOrd="0" destOrd="0" presId="urn:microsoft.com/office/officeart/2005/8/layout/cycle2"/>
    <dgm:cxn modelId="{DE300ECD-9CA8-B249-881A-C699926BBAFB}" srcId="{42ACC2BB-77D2-5443-847E-999DC9F6DAC6}" destId="{468A5305-C682-4349-AAC5-FEE1F1C23821}" srcOrd="3" destOrd="0" parTransId="{726FFD26-739D-5F44-8424-52084004CC48}" sibTransId="{F0274A88-5F97-C54C-A392-B2BB6144DF1C}"/>
    <dgm:cxn modelId="{21BB2C89-18F8-234F-9815-AAE41DAEC85E}" type="presOf" srcId="{5575E51D-2DB0-B647-9160-ED30AA524F61}" destId="{F721AC20-9E37-3F4E-8259-81B133F55010}" srcOrd="0" destOrd="0" presId="urn:microsoft.com/office/officeart/2005/8/layout/cycle2"/>
    <dgm:cxn modelId="{082160B9-F8B7-FD44-BBDD-CD8068E1137A}" type="presOf" srcId="{E7F92082-69AA-C843-B261-831913503CAF}" destId="{3121B62C-0043-4E43-A7EA-2B4B4D9B71F6}" srcOrd="1" destOrd="0" presId="urn:microsoft.com/office/officeart/2005/8/layout/cycle2"/>
    <dgm:cxn modelId="{78F9A207-EC35-A642-B097-75AD42DF77F5}" type="presOf" srcId="{A4314637-1252-6446-8E9E-6D373C91AFEA}" destId="{5C2FE1D6-259C-A842-B62D-876CBCE1E8C2}" srcOrd="0" destOrd="0" presId="urn:microsoft.com/office/officeart/2005/8/layout/cycle2"/>
    <dgm:cxn modelId="{25B38A31-5176-7645-99D4-A29BDA73AE08}" type="presOf" srcId="{2CDA1792-E905-1F4E-9AFF-F1DA9895DC58}" destId="{D80EB7B2-57D2-6243-BA32-CA322223A7EB}" srcOrd="0" destOrd="0" presId="urn:microsoft.com/office/officeart/2005/8/layout/cycle2"/>
    <dgm:cxn modelId="{7E8D5E8C-7DFE-2C49-BCAF-77BCC286BEC6}" type="presOf" srcId="{468A5305-C682-4349-AAC5-FEE1F1C23821}" destId="{127D618E-79C9-564C-B0D8-290D6499E916}" srcOrd="0" destOrd="0" presId="urn:microsoft.com/office/officeart/2005/8/layout/cycle2"/>
    <dgm:cxn modelId="{6F276D1F-5894-B543-8094-8E311F441359}" type="presOf" srcId="{42ACC2BB-77D2-5443-847E-999DC9F6DAC6}" destId="{6186F85D-9C77-0C4C-8321-1EC05BAA6FC0}" srcOrd="0" destOrd="0" presId="urn:microsoft.com/office/officeart/2005/8/layout/cycle2"/>
    <dgm:cxn modelId="{D8EDED23-9CFE-0F49-8943-71795825CEC6}" type="presOf" srcId="{0D30E0D3-4A0B-1349-9502-FC6ABF615E76}" destId="{46E8956E-978C-384B-8347-E1CAECB03032}" srcOrd="0" destOrd="0" presId="urn:microsoft.com/office/officeart/2005/8/layout/cycle2"/>
    <dgm:cxn modelId="{55F4261B-ACCC-C948-A94A-3518D1B59875}" type="presOf" srcId="{BC125942-6CFC-C04B-A691-FD2826DB2610}" destId="{6E3E0ECA-979F-C842-84AF-B9C95AAFEE09}" srcOrd="0" destOrd="0" presId="urn:microsoft.com/office/officeart/2005/8/layout/cycle2"/>
    <dgm:cxn modelId="{99D6AD65-4FBA-DD48-B3DF-95C02A52F0BE}" type="presOf" srcId="{F0274A88-5F97-C54C-A392-B2BB6144DF1C}" destId="{6919E781-F15A-EF48-A402-B73D3A6A6D15}" srcOrd="1" destOrd="0" presId="urn:microsoft.com/office/officeart/2005/8/layout/cycle2"/>
    <dgm:cxn modelId="{0F66D582-E04F-C645-A3A6-8B14D6F0C530}" type="presOf" srcId="{F0274A88-5F97-C54C-A392-B2BB6144DF1C}" destId="{8E6E1547-23FE-BA4C-B910-582614A07F5F}" srcOrd="0" destOrd="0" presId="urn:microsoft.com/office/officeart/2005/8/layout/cycle2"/>
    <dgm:cxn modelId="{C32F5CB0-1FF7-3A4E-874A-6B5C2DAFA06B}" srcId="{42ACC2BB-77D2-5443-847E-999DC9F6DAC6}" destId="{4716E7A1-ED3F-9B4B-8C6F-3B8165A25B11}" srcOrd="0" destOrd="0" parTransId="{A1B27E07-4CEA-2449-875A-13F796924B0A}" sibTransId="{5575E51D-2DB0-B647-9160-ED30AA524F61}"/>
    <dgm:cxn modelId="{03D9DE9C-8141-1843-8B62-40DA146A4979}" srcId="{42ACC2BB-77D2-5443-847E-999DC9F6DAC6}" destId="{2CDA1792-E905-1F4E-9AFF-F1DA9895DC58}" srcOrd="2" destOrd="0" parTransId="{C77E98CC-C83A-524F-B711-1C1BCEF899C8}" sibTransId="{10011AD3-D3A6-7146-A9B0-D749D42353EA}"/>
    <dgm:cxn modelId="{B77209FB-5924-9B45-9C4D-4B86E0311848}" type="presOf" srcId="{5575E51D-2DB0-B647-9160-ED30AA524F61}" destId="{4EB81360-BA20-154F-AC93-83165CBF848D}" srcOrd="1" destOrd="0" presId="urn:microsoft.com/office/officeart/2005/8/layout/cycle2"/>
    <dgm:cxn modelId="{A51C5DC2-5728-EA44-BA58-021E973F7FBD}" type="presParOf" srcId="{6186F85D-9C77-0C4C-8321-1EC05BAA6FC0}" destId="{0B399530-A43F-834A-BD57-615AF5897F6A}" srcOrd="0" destOrd="0" presId="urn:microsoft.com/office/officeart/2005/8/layout/cycle2"/>
    <dgm:cxn modelId="{3CB71EF7-1B09-F640-B54B-08CD52659184}" type="presParOf" srcId="{6186F85D-9C77-0C4C-8321-1EC05BAA6FC0}" destId="{F721AC20-9E37-3F4E-8259-81B133F55010}" srcOrd="1" destOrd="0" presId="urn:microsoft.com/office/officeart/2005/8/layout/cycle2"/>
    <dgm:cxn modelId="{66735BBD-2AA9-044B-9E59-3165695C6CFF}" type="presParOf" srcId="{F721AC20-9E37-3F4E-8259-81B133F55010}" destId="{4EB81360-BA20-154F-AC93-83165CBF848D}" srcOrd="0" destOrd="0" presId="urn:microsoft.com/office/officeart/2005/8/layout/cycle2"/>
    <dgm:cxn modelId="{B78906CE-41DA-264D-8D6B-5FFEB547971A}" type="presParOf" srcId="{6186F85D-9C77-0C4C-8321-1EC05BAA6FC0}" destId="{6E3E0ECA-979F-C842-84AF-B9C95AAFEE09}" srcOrd="2" destOrd="0" presId="urn:microsoft.com/office/officeart/2005/8/layout/cycle2"/>
    <dgm:cxn modelId="{90FEB679-B748-674B-AAE1-F983CCB6F316}" type="presParOf" srcId="{6186F85D-9C77-0C4C-8321-1EC05BAA6FC0}" destId="{9D5BD706-825F-8342-A9E6-71E9F112EA77}" srcOrd="3" destOrd="0" presId="urn:microsoft.com/office/officeart/2005/8/layout/cycle2"/>
    <dgm:cxn modelId="{72353284-B3DD-D248-9327-C81A40587868}" type="presParOf" srcId="{9D5BD706-825F-8342-A9E6-71E9F112EA77}" destId="{3121B62C-0043-4E43-A7EA-2B4B4D9B71F6}" srcOrd="0" destOrd="0" presId="urn:microsoft.com/office/officeart/2005/8/layout/cycle2"/>
    <dgm:cxn modelId="{B9391090-E388-EB4D-9119-F600CBECFFA4}" type="presParOf" srcId="{6186F85D-9C77-0C4C-8321-1EC05BAA6FC0}" destId="{D80EB7B2-57D2-6243-BA32-CA322223A7EB}" srcOrd="4" destOrd="0" presId="urn:microsoft.com/office/officeart/2005/8/layout/cycle2"/>
    <dgm:cxn modelId="{EB97DC79-6A6B-A244-9D4D-AE3D04CECC2C}" type="presParOf" srcId="{6186F85D-9C77-0C4C-8321-1EC05BAA6FC0}" destId="{9BD1825C-2260-9F4F-8C2D-F638397C73CA}" srcOrd="5" destOrd="0" presId="urn:microsoft.com/office/officeart/2005/8/layout/cycle2"/>
    <dgm:cxn modelId="{F672E464-1276-E14F-A59C-841635D9CF52}" type="presParOf" srcId="{9BD1825C-2260-9F4F-8C2D-F638397C73CA}" destId="{36DDB031-F304-BA44-BF1D-216E2177A6BB}" srcOrd="0" destOrd="0" presId="urn:microsoft.com/office/officeart/2005/8/layout/cycle2"/>
    <dgm:cxn modelId="{43C6340D-CE38-5845-9CD1-B53DAC981858}" type="presParOf" srcId="{6186F85D-9C77-0C4C-8321-1EC05BAA6FC0}" destId="{127D618E-79C9-564C-B0D8-290D6499E916}" srcOrd="6" destOrd="0" presId="urn:microsoft.com/office/officeart/2005/8/layout/cycle2"/>
    <dgm:cxn modelId="{421C33A8-AAE9-9848-8314-DDA4B53B7CBB}" type="presParOf" srcId="{6186F85D-9C77-0C4C-8321-1EC05BAA6FC0}" destId="{8E6E1547-23FE-BA4C-B910-582614A07F5F}" srcOrd="7" destOrd="0" presId="urn:microsoft.com/office/officeart/2005/8/layout/cycle2"/>
    <dgm:cxn modelId="{BEFA0AB2-DE29-2B4F-910D-D41A770BBDBD}" type="presParOf" srcId="{8E6E1547-23FE-BA4C-B910-582614A07F5F}" destId="{6919E781-F15A-EF48-A402-B73D3A6A6D15}" srcOrd="0" destOrd="0" presId="urn:microsoft.com/office/officeart/2005/8/layout/cycle2"/>
    <dgm:cxn modelId="{6EB01544-73A9-DF48-B3BE-9856571F704A}" type="presParOf" srcId="{6186F85D-9C77-0C4C-8321-1EC05BAA6FC0}" destId="{46E8956E-978C-384B-8347-E1CAECB03032}" srcOrd="8" destOrd="0" presId="urn:microsoft.com/office/officeart/2005/8/layout/cycle2"/>
    <dgm:cxn modelId="{E8C74D44-8AED-3F40-838E-B86DEF1FFE71}" type="presParOf" srcId="{6186F85D-9C77-0C4C-8321-1EC05BAA6FC0}" destId="{5C2FE1D6-259C-A842-B62D-876CBCE1E8C2}" srcOrd="9" destOrd="0" presId="urn:microsoft.com/office/officeart/2005/8/layout/cycle2"/>
    <dgm:cxn modelId="{75F207B6-6D46-7845-A97B-E390B4B3A88A}" type="presParOf" srcId="{5C2FE1D6-259C-A842-B62D-876CBCE1E8C2}" destId="{FE59E9C9-4605-E248-879B-4AF8C95558D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399530-A43F-834A-BD57-615AF5897F6A}">
      <dsp:nvSpPr>
        <dsp:cNvPr id="0" name=""/>
        <dsp:cNvSpPr/>
      </dsp:nvSpPr>
      <dsp:spPr>
        <a:xfrm>
          <a:off x="2928551" y="482"/>
          <a:ext cx="1475016" cy="1475016"/>
        </a:xfrm>
        <a:prstGeom prst="ellipse">
          <a:avLst/>
        </a:prstGeom>
        <a:solidFill>
          <a:schemeClr val="accent1"/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i="0" kern="1200" noProof="0" dirty="0">
              <a:solidFill>
                <a:schemeClr val="tx1"/>
              </a:solidFill>
              <a:latin typeface="Open Sans" charset="0"/>
              <a:ea typeface="Open Sans" charset="0"/>
              <a:cs typeface="Open Sans" charset="0"/>
            </a:rPr>
            <a:t>Section #1</a:t>
          </a:r>
        </a:p>
      </dsp:txBody>
      <dsp:txXfrm>
        <a:off x="3144562" y="216493"/>
        <a:ext cx="1042994" cy="1042994"/>
      </dsp:txXfrm>
    </dsp:sp>
    <dsp:sp modelId="{F721AC20-9E37-3F4E-8259-81B133F55010}">
      <dsp:nvSpPr>
        <dsp:cNvPr id="0" name=""/>
        <dsp:cNvSpPr/>
      </dsp:nvSpPr>
      <dsp:spPr>
        <a:xfrm rot="2160000">
          <a:off x="4357265" y="1263579"/>
          <a:ext cx="393418" cy="239037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alpha val="1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b="1" i="0" kern="1200" noProof="0" dirty="0">
            <a:latin typeface="Open Sans" charset="0"/>
            <a:ea typeface="Open Sans" charset="0"/>
            <a:cs typeface="Open Sans" charset="0"/>
          </a:endParaRPr>
        </a:p>
      </dsp:txBody>
      <dsp:txXfrm>
        <a:off x="4364113" y="1290311"/>
        <a:ext cx="321707" cy="143423"/>
      </dsp:txXfrm>
    </dsp:sp>
    <dsp:sp modelId="{6E3E0ECA-979F-C842-84AF-B9C95AAFEE09}">
      <dsp:nvSpPr>
        <dsp:cNvPr id="0" name=""/>
        <dsp:cNvSpPr/>
      </dsp:nvSpPr>
      <dsp:spPr>
        <a:xfrm>
          <a:off x="4722397" y="1303787"/>
          <a:ext cx="1475016" cy="1475016"/>
        </a:xfrm>
        <a:prstGeom prst="ellipse">
          <a:avLst/>
        </a:prstGeom>
        <a:solidFill>
          <a:srgbClr val="0C9B74">
            <a:alpha val="80000"/>
          </a:srgb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i="0" kern="1200" noProof="0" dirty="0">
              <a:latin typeface="Open Sans" charset="0"/>
              <a:ea typeface="Open Sans" charset="0"/>
              <a:cs typeface="Open Sans" charset="0"/>
            </a:rPr>
            <a:t>Section #2</a:t>
          </a:r>
        </a:p>
      </dsp:txBody>
      <dsp:txXfrm>
        <a:off x="4938408" y="1519798"/>
        <a:ext cx="1042994" cy="1042994"/>
      </dsp:txXfrm>
    </dsp:sp>
    <dsp:sp modelId="{9D5BD706-825F-8342-A9E6-71E9F112EA77}">
      <dsp:nvSpPr>
        <dsp:cNvPr id="0" name=""/>
        <dsp:cNvSpPr/>
      </dsp:nvSpPr>
      <dsp:spPr>
        <a:xfrm rot="6480000">
          <a:off x="4924042" y="2971320"/>
          <a:ext cx="393418" cy="227562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alpha val="1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b="1" i="0" kern="1200" noProof="0" dirty="0">
            <a:latin typeface="Open Sans" charset="0"/>
            <a:ea typeface="Open Sans" charset="0"/>
            <a:cs typeface="Open Sans" charset="0"/>
          </a:endParaRPr>
        </a:p>
      </dsp:txBody>
      <dsp:txXfrm rot="10800000">
        <a:off x="4968725" y="2984368"/>
        <a:ext cx="325149" cy="136538"/>
      </dsp:txXfrm>
    </dsp:sp>
    <dsp:sp modelId="{D80EB7B2-57D2-6243-BA32-CA322223A7EB}">
      <dsp:nvSpPr>
        <dsp:cNvPr id="0" name=""/>
        <dsp:cNvSpPr/>
      </dsp:nvSpPr>
      <dsp:spPr>
        <a:xfrm>
          <a:off x="4037209" y="3412579"/>
          <a:ext cx="1475016" cy="1475016"/>
        </a:xfrm>
        <a:prstGeom prst="ellipse">
          <a:avLst/>
        </a:prstGeom>
        <a:solidFill>
          <a:schemeClr val="tx1">
            <a:lumMod val="75000"/>
            <a:lumOff val="25000"/>
            <a:alpha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i="0" kern="1200" noProof="0" dirty="0">
              <a:latin typeface="Open Sans" charset="0"/>
              <a:ea typeface="Open Sans" charset="0"/>
              <a:cs typeface="Open Sans" charset="0"/>
            </a:rPr>
            <a:t>Section #3</a:t>
          </a:r>
        </a:p>
      </dsp:txBody>
      <dsp:txXfrm>
        <a:off x="4253220" y="3628590"/>
        <a:ext cx="1042994" cy="1042994"/>
      </dsp:txXfrm>
    </dsp:sp>
    <dsp:sp modelId="{9BD1825C-2260-9F4F-8C2D-F638397C73CA}">
      <dsp:nvSpPr>
        <dsp:cNvPr id="0" name=""/>
        <dsp:cNvSpPr/>
      </dsp:nvSpPr>
      <dsp:spPr>
        <a:xfrm rot="10800000">
          <a:off x="3480484" y="4036306"/>
          <a:ext cx="393418" cy="227562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alpha val="1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b="1" i="0" kern="1200" noProof="0" dirty="0">
            <a:latin typeface="Open Sans" charset="0"/>
            <a:ea typeface="Open Sans" charset="0"/>
            <a:cs typeface="Open Sans" charset="0"/>
          </a:endParaRPr>
        </a:p>
      </dsp:txBody>
      <dsp:txXfrm rot="10800000">
        <a:off x="3548753" y="4081818"/>
        <a:ext cx="325149" cy="136538"/>
      </dsp:txXfrm>
    </dsp:sp>
    <dsp:sp modelId="{127D618E-79C9-564C-B0D8-290D6499E916}">
      <dsp:nvSpPr>
        <dsp:cNvPr id="0" name=""/>
        <dsp:cNvSpPr/>
      </dsp:nvSpPr>
      <dsp:spPr>
        <a:xfrm>
          <a:off x="1819893" y="3412579"/>
          <a:ext cx="1475016" cy="1475016"/>
        </a:xfrm>
        <a:prstGeom prst="ellipse">
          <a:avLst/>
        </a:prstGeom>
        <a:solidFill>
          <a:schemeClr val="tx1">
            <a:lumMod val="75000"/>
            <a:lumOff val="25000"/>
            <a:alpha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i="0" kern="1200" noProof="0" dirty="0">
              <a:latin typeface="Open Sans" charset="0"/>
              <a:ea typeface="Open Sans" charset="0"/>
              <a:cs typeface="Open Sans" charset="0"/>
            </a:rPr>
            <a:t>Section #4</a:t>
          </a:r>
        </a:p>
      </dsp:txBody>
      <dsp:txXfrm>
        <a:off x="2035904" y="3628590"/>
        <a:ext cx="1042994" cy="1042994"/>
      </dsp:txXfrm>
    </dsp:sp>
    <dsp:sp modelId="{8E6E1547-23FE-BA4C-B910-582614A07F5F}">
      <dsp:nvSpPr>
        <dsp:cNvPr id="0" name=""/>
        <dsp:cNvSpPr/>
      </dsp:nvSpPr>
      <dsp:spPr>
        <a:xfrm rot="15120000">
          <a:off x="2021539" y="2992499"/>
          <a:ext cx="393418" cy="227562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alpha val="1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b="1" i="0" kern="1200" noProof="0" dirty="0">
            <a:latin typeface="Open Sans" charset="0"/>
            <a:ea typeface="Open Sans" charset="0"/>
            <a:cs typeface="Open Sans" charset="0"/>
          </a:endParaRPr>
        </a:p>
      </dsp:txBody>
      <dsp:txXfrm rot="10800000">
        <a:off x="2066222" y="3070475"/>
        <a:ext cx="325149" cy="136538"/>
      </dsp:txXfrm>
    </dsp:sp>
    <dsp:sp modelId="{46E8956E-978C-384B-8347-E1CAECB03032}">
      <dsp:nvSpPr>
        <dsp:cNvPr id="0" name=""/>
        <dsp:cNvSpPr/>
      </dsp:nvSpPr>
      <dsp:spPr>
        <a:xfrm>
          <a:off x="1134705" y="1303787"/>
          <a:ext cx="1475016" cy="1475016"/>
        </a:xfrm>
        <a:prstGeom prst="ellipse">
          <a:avLst/>
        </a:prstGeom>
        <a:solidFill>
          <a:schemeClr val="tx1">
            <a:lumMod val="75000"/>
            <a:lumOff val="25000"/>
            <a:alpha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i="0" kern="1200" noProof="0" dirty="0">
              <a:latin typeface="Open Sans" charset="0"/>
              <a:ea typeface="Open Sans" charset="0"/>
              <a:cs typeface="Open Sans" charset="0"/>
            </a:rPr>
            <a:t>Section #5</a:t>
          </a:r>
        </a:p>
      </dsp:txBody>
      <dsp:txXfrm>
        <a:off x="1350716" y="1519798"/>
        <a:ext cx="1042994" cy="1042994"/>
      </dsp:txXfrm>
    </dsp:sp>
    <dsp:sp modelId="{5C2FE1D6-259C-A842-B62D-876CBCE1E8C2}">
      <dsp:nvSpPr>
        <dsp:cNvPr id="0" name=""/>
        <dsp:cNvSpPr/>
      </dsp:nvSpPr>
      <dsp:spPr>
        <a:xfrm rot="19440000">
          <a:off x="2563419" y="1274110"/>
          <a:ext cx="393418" cy="244154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alpha val="1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200" b="1" i="0" kern="1200" noProof="0" dirty="0">
            <a:latin typeface="Open Sans" charset="0"/>
            <a:ea typeface="Open Sans" charset="0"/>
            <a:cs typeface="Open Sans" charset="0"/>
          </a:endParaRPr>
        </a:p>
      </dsp:txBody>
      <dsp:txXfrm>
        <a:off x="2570413" y="1344467"/>
        <a:ext cx="320172" cy="1464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C379FFB6-878B-4D89-A9F1-908C5F95EE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2E99EC-6DAC-40C4-9CB0-839F706897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BDA83-60F2-4E0C-99F1-3B198C71DA2A}" type="datetimeFigureOut">
              <a:rPr lang="ru-RU" smtClean="0"/>
              <a:t>27.03.2026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36B973-D323-4241-8653-DEF1D8539A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A8A117-4B44-48FF-836C-74493A3812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6BC633-CCA9-47F5-BCED-A56AA433DCD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7140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E1020-F5BA-43CF-AAA9-C04B3B12EF98}" type="datetimeFigureOut">
              <a:rPr lang="ru-RU" smtClean="0"/>
              <a:t>27.03.2026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73D1A-6084-4304-99B6-284B940079F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64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7097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5373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9267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7909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73D1A-6084-4304-99B6-284B940079FF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333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5C8F0DE-DCFB-4354-8112-588B45C19F1A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186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50319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15444"/>
          </a:xfrm>
        </p:spPr>
        <p:txBody>
          <a:bodyPr/>
          <a:lstStyle/>
          <a:p>
            <a:r>
              <a:rPr lang="ru-RU" dirty="0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E87B0E0-754C-4477-80CA-88F8319B7DB8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215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317EAC1-6C84-442C-8E88-63BE1308B9AD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076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85DD959-E34E-4321-8E46-EA4484D707DA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75891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A08C9A-F61E-410C-8D06-F83B63A4711B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447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6D3CD88-AC87-4FC1-8AA2-0F05556AC852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55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1B0009C-43A7-442E-9A53-3E5FB03870F2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7145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9AADAC3-179B-49AA-A8D7-B2E70D0E899B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589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BE95E6D-EE8A-4AB4-A6E4-CDAE9E775FB7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348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DB28829-F9CE-4A60-BAD2-B30F1BE4EFBD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9922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7638BE5-3B62-4C03-A438-E1216F2C074B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rt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9759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516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71" y="2389412"/>
            <a:ext cx="4187371" cy="1783443"/>
          </a:xfrm>
        </p:spPr>
        <p:txBody>
          <a:bodyPr/>
          <a:lstStyle>
            <a:lvl1pPr>
              <a:lnSpc>
                <a:spcPct val="75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1596572" y="471526"/>
            <a:ext cx="3006425" cy="914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8569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72" y="1432831"/>
            <a:ext cx="5069272" cy="10287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1596572" y="471526"/>
            <a:ext cx="3006425" cy="914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7074639" y="0"/>
            <a:ext cx="5117361" cy="6858000"/>
          </a:xfrm>
          <a:custGeom>
            <a:avLst/>
            <a:gdLst>
              <a:gd name="connsiteX0" fmla="*/ 1551265 w 5117361"/>
              <a:gd name="connsiteY0" fmla="*/ 0 h 6858000"/>
              <a:gd name="connsiteX1" fmla="*/ 5117361 w 5117361"/>
              <a:gd name="connsiteY1" fmla="*/ 0 h 6858000"/>
              <a:gd name="connsiteX2" fmla="*/ 5117361 w 5117361"/>
              <a:gd name="connsiteY2" fmla="*/ 6858000 h 6858000"/>
              <a:gd name="connsiteX3" fmla="*/ 1551265 w 5117361"/>
              <a:gd name="connsiteY3" fmla="*/ 6858000 h 6858000"/>
              <a:gd name="connsiteX4" fmla="*/ 1496804 w 5117361"/>
              <a:gd name="connsiteY4" fmla="*/ 6810825 h 6858000"/>
              <a:gd name="connsiteX5" fmla="*/ 0 w 5117361"/>
              <a:gd name="connsiteY5" fmla="*/ 3429000 h 6858000"/>
              <a:gd name="connsiteX6" fmla="*/ 1496804 w 5117361"/>
              <a:gd name="connsiteY6" fmla="*/ 471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17361" h="6858000">
                <a:moveTo>
                  <a:pt x="1551265" y="0"/>
                </a:moveTo>
                <a:lnTo>
                  <a:pt x="5117361" y="0"/>
                </a:lnTo>
                <a:lnTo>
                  <a:pt x="5117361" y="6858000"/>
                </a:lnTo>
                <a:lnTo>
                  <a:pt x="1551265" y="6858000"/>
                </a:lnTo>
                <a:lnTo>
                  <a:pt x="1496804" y="6810825"/>
                </a:lnTo>
                <a:cubicBezTo>
                  <a:pt x="577286" y="5975085"/>
                  <a:pt x="0" y="4769459"/>
                  <a:pt x="0" y="3429000"/>
                </a:cubicBezTo>
                <a:cubicBezTo>
                  <a:pt x="0" y="2088542"/>
                  <a:pt x="577286" y="882916"/>
                  <a:pt x="1496804" y="47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32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2139931" y="-529198"/>
            <a:ext cx="7916398" cy="7916396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 userDrawn="1"/>
        </p:nvSpPr>
        <p:spPr>
          <a:xfrm>
            <a:off x="2795723" y="689198"/>
            <a:ext cx="4288934" cy="42889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4034972" y="1355682"/>
            <a:ext cx="4126316" cy="4126316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729093" y="606879"/>
            <a:ext cx="2305879" cy="230587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161288" y="3924922"/>
            <a:ext cx="2305879" cy="230587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0480419" y="5238072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2799" y="135985"/>
            <a:ext cx="1486294" cy="148629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22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1596572" y="471526"/>
            <a:ext cx="3006425" cy="914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7690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 userDrawn="1"/>
        </p:nvSpPr>
        <p:spPr>
          <a:xfrm>
            <a:off x="3252337" y="1789041"/>
            <a:ext cx="5687326" cy="56873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3"/>
          <p:cNvSpPr>
            <a:spLocks noGrp="1"/>
          </p:cNvSpPr>
          <p:nvPr>
            <p:ph type="body" sz="quarter" idx="11"/>
          </p:nvPr>
        </p:nvSpPr>
        <p:spPr>
          <a:xfrm>
            <a:off x="1596572" y="471526"/>
            <a:ext cx="3006425" cy="9144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900" b="0" i="1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2478156" y="1014863"/>
            <a:ext cx="3617844" cy="7235682"/>
          </a:xfrm>
          <a:custGeom>
            <a:avLst/>
            <a:gdLst>
              <a:gd name="connsiteX0" fmla="*/ 3617844 w 3617844"/>
              <a:gd name="connsiteY0" fmla="*/ 0 h 7235682"/>
              <a:gd name="connsiteX1" fmla="*/ 3617844 w 3617844"/>
              <a:gd name="connsiteY1" fmla="*/ 7235682 h 7235682"/>
              <a:gd name="connsiteX2" fmla="*/ 0 w 3617844"/>
              <a:gd name="connsiteY2" fmla="*/ 3617841 h 7235682"/>
              <a:gd name="connsiteX3" fmla="*/ 3617844 w 3617844"/>
              <a:gd name="connsiteY3" fmla="*/ 0 h 7235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7844" h="7235682">
                <a:moveTo>
                  <a:pt x="3617844" y="0"/>
                </a:moveTo>
                <a:lnTo>
                  <a:pt x="3617844" y="7235682"/>
                </a:lnTo>
                <a:cubicBezTo>
                  <a:pt x="1619764" y="7235682"/>
                  <a:pt x="0" y="5615919"/>
                  <a:pt x="0" y="3617841"/>
                </a:cubicBezTo>
                <a:cubicBezTo>
                  <a:pt x="0" y="1619763"/>
                  <a:pt x="1619764" y="0"/>
                  <a:pt x="361784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6977584" y="2966198"/>
            <a:ext cx="4187371" cy="1783443"/>
          </a:xfrm>
        </p:spPr>
        <p:txBody>
          <a:bodyPr/>
          <a:lstStyle>
            <a:lvl1pPr>
              <a:lnSpc>
                <a:spcPct val="750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324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745F22-A159-48E5-B326-9C69C091D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FF2C7C-C65E-45D3-9C76-02EB3CE5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97E7E2-80D8-4640-9B52-01866182B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2763838"/>
            <a:ext cx="5105400" cy="1322387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151EC9-3D07-41D4-8A26-4645F83F74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0" y="4419600"/>
            <a:ext cx="3255723" cy="1655762"/>
          </a:xfrm>
        </p:spPr>
        <p:txBody>
          <a:bodyPr/>
          <a:lstStyle>
            <a:lvl1pPr marL="0" indent="0" algn="l"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9378AF-60C5-4658-A096-DB9BA238FB37}"/>
              </a:ext>
            </a:extLst>
          </p:cNvPr>
          <p:cNvSpPr/>
          <p:nvPr userDrawn="1"/>
        </p:nvSpPr>
        <p:spPr>
          <a:xfrm>
            <a:off x="-1" y="4053114"/>
            <a:ext cx="3668337" cy="2804886"/>
          </a:xfrm>
          <a:custGeom>
            <a:avLst/>
            <a:gdLst>
              <a:gd name="connsiteX0" fmla="*/ 859867 w 3668337"/>
              <a:gd name="connsiteY0" fmla="*/ 0 h 2804886"/>
              <a:gd name="connsiteX1" fmla="*/ 3668337 w 3668337"/>
              <a:gd name="connsiteY1" fmla="*/ 2804886 h 2804886"/>
              <a:gd name="connsiteX2" fmla="*/ 0 w 3668337"/>
              <a:gd name="connsiteY2" fmla="*/ 2804886 h 2804886"/>
              <a:gd name="connsiteX3" fmla="*/ 0 w 3668337"/>
              <a:gd name="connsiteY3" fmla="*/ 135136 h 2804886"/>
              <a:gd name="connsiteX4" fmla="*/ 24714 w 3668337"/>
              <a:gd name="connsiteY4" fmla="*/ 126102 h 2804886"/>
              <a:gd name="connsiteX5" fmla="*/ 859867 w 3668337"/>
              <a:gd name="connsiteY5" fmla="*/ 0 h 2804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68337" h="2804886">
                <a:moveTo>
                  <a:pt x="859867" y="0"/>
                </a:moveTo>
                <a:cubicBezTo>
                  <a:pt x="2410942" y="0"/>
                  <a:pt x="3668337" y="1255790"/>
                  <a:pt x="3668337" y="2804886"/>
                </a:cubicBezTo>
                <a:lnTo>
                  <a:pt x="0" y="2804886"/>
                </a:lnTo>
                <a:lnTo>
                  <a:pt x="0" y="135136"/>
                </a:lnTo>
                <a:lnTo>
                  <a:pt x="24714" y="126102"/>
                </a:lnTo>
                <a:cubicBezTo>
                  <a:pt x="288539" y="44149"/>
                  <a:pt x="569041" y="0"/>
                  <a:pt x="859867" y="0"/>
                </a:cubicBezTo>
                <a:close/>
              </a:path>
            </a:pathLst>
          </a:custGeom>
          <a:solidFill>
            <a:schemeClr val="accent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1D9F4E6-F0DA-46E6-9690-2C56A507F0E0}"/>
              </a:ext>
            </a:extLst>
          </p:cNvPr>
          <p:cNvSpPr/>
          <p:nvPr userDrawn="1"/>
        </p:nvSpPr>
        <p:spPr>
          <a:xfrm>
            <a:off x="10898002" y="0"/>
            <a:ext cx="1308512" cy="1409701"/>
          </a:xfrm>
          <a:custGeom>
            <a:avLst/>
            <a:gdLst>
              <a:gd name="connsiteX0" fmla="*/ 161073 w 1308512"/>
              <a:gd name="connsiteY0" fmla="*/ 0 h 1409701"/>
              <a:gd name="connsiteX1" fmla="*/ 1308512 w 1308512"/>
              <a:gd name="connsiteY1" fmla="*/ 0 h 1409701"/>
              <a:gd name="connsiteX2" fmla="*/ 1308512 w 1308512"/>
              <a:gd name="connsiteY2" fmla="*/ 1311315 h 1409701"/>
              <a:gd name="connsiteX3" fmla="*/ 1250733 w 1308512"/>
              <a:gd name="connsiteY3" fmla="*/ 1339093 h 1409701"/>
              <a:gd name="connsiteX4" fmla="*/ 900297 w 1308512"/>
              <a:gd name="connsiteY4" fmla="*/ 1409701 h 1409701"/>
              <a:gd name="connsiteX5" fmla="*/ 0 w 1308512"/>
              <a:gd name="connsiteY5" fmla="*/ 511207 h 1409701"/>
              <a:gd name="connsiteX6" fmla="*/ 153757 w 1308512"/>
              <a:gd name="connsiteY6" fmla="*/ 8850 h 1409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08512" h="1409701">
                <a:moveTo>
                  <a:pt x="161073" y="0"/>
                </a:moveTo>
                <a:lnTo>
                  <a:pt x="1308512" y="0"/>
                </a:lnTo>
                <a:lnTo>
                  <a:pt x="1308512" y="1311315"/>
                </a:lnTo>
                <a:lnTo>
                  <a:pt x="1250733" y="1339093"/>
                </a:lnTo>
                <a:cubicBezTo>
                  <a:pt x="1143023" y="1384559"/>
                  <a:pt x="1024602" y="1409701"/>
                  <a:pt x="900297" y="1409701"/>
                </a:cubicBezTo>
                <a:cubicBezTo>
                  <a:pt x="403077" y="1409701"/>
                  <a:pt x="0" y="1007432"/>
                  <a:pt x="0" y="511207"/>
                </a:cubicBezTo>
                <a:cubicBezTo>
                  <a:pt x="0" y="325123"/>
                  <a:pt x="56683" y="152251"/>
                  <a:pt x="153757" y="88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35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42970-CEAC-4A9E-A8EB-AABECE04DB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FF2C7C-C65E-45D3-9C76-02EB3CE5CE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823D58F8-5159-4788-B742-E0E273050A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54032" y="-128739"/>
            <a:ext cx="5726225" cy="5629635"/>
          </a:xfrm>
          <a:prstGeom prst="ellipse">
            <a:avLst/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E294762-BC4D-446C-A540-AF96EBE6C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0" y="4419600"/>
            <a:ext cx="5105400" cy="1613647"/>
          </a:xfrm>
        </p:spPr>
        <p:txBody>
          <a:bodyPr/>
          <a:lstStyle>
            <a:lvl1pPr marL="0" indent="0" algn="l">
              <a:buNone/>
              <a:defRPr sz="1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1898BD5-5433-42AC-B174-64FB6067E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2763838"/>
            <a:ext cx="5105400" cy="1322387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7BF1AB9-AF2B-4B0C-8CEC-22ED49D5D8D6}"/>
              </a:ext>
            </a:extLst>
          </p:cNvPr>
          <p:cNvSpPr/>
          <p:nvPr userDrawn="1"/>
        </p:nvSpPr>
        <p:spPr>
          <a:xfrm>
            <a:off x="1" y="0"/>
            <a:ext cx="634801" cy="634802"/>
          </a:xfrm>
          <a:custGeom>
            <a:avLst/>
            <a:gdLst>
              <a:gd name="connsiteX0" fmla="*/ 444297 w 634801"/>
              <a:gd name="connsiteY0" fmla="*/ 0 h 634802"/>
              <a:gd name="connsiteX1" fmla="*/ 607872 w 634801"/>
              <a:gd name="connsiteY1" fmla="*/ 0 h 634802"/>
              <a:gd name="connsiteX2" fmla="*/ 625000 w 634801"/>
              <a:gd name="connsiteY2" fmla="*/ 55179 h 634802"/>
              <a:gd name="connsiteX3" fmla="*/ 634801 w 634801"/>
              <a:gd name="connsiteY3" fmla="*/ 152400 h 634802"/>
              <a:gd name="connsiteX4" fmla="*/ 152399 w 634801"/>
              <a:gd name="connsiteY4" fmla="*/ 634802 h 634802"/>
              <a:gd name="connsiteX5" fmla="*/ 55178 w 634801"/>
              <a:gd name="connsiteY5" fmla="*/ 625001 h 634802"/>
              <a:gd name="connsiteX6" fmla="*/ 0 w 634801"/>
              <a:gd name="connsiteY6" fmla="*/ 607873 h 634802"/>
              <a:gd name="connsiteX7" fmla="*/ 0 w 634801"/>
              <a:gd name="connsiteY7" fmla="*/ 444300 h 634802"/>
              <a:gd name="connsiteX8" fmla="*/ 23662 w 634801"/>
              <a:gd name="connsiteY8" fmla="*/ 457143 h 634802"/>
              <a:gd name="connsiteX9" fmla="*/ 152398 w 634801"/>
              <a:gd name="connsiteY9" fmla="*/ 483134 h 634802"/>
              <a:gd name="connsiteX10" fmla="*/ 483132 w 634801"/>
              <a:gd name="connsiteY10" fmla="*/ 152400 h 634802"/>
              <a:gd name="connsiteX11" fmla="*/ 457141 w 634801"/>
              <a:gd name="connsiteY11" fmla="*/ 23664 h 63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4801" h="634802">
                <a:moveTo>
                  <a:pt x="444297" y="0"/>
                </a:moveTo>
                <a:lnTo>
                  <a:pt x="607872" y="0"/>
                </a:lnTo>
                <a:lnTo>
                  <a:pt x="625000" y="55179"/>
                </a:lnTo>
                <a:cubicBezTo>
                  <a:pt x="631426" y="86582"/>
                  <a:pt x="634801" y="119097"/>
                  <a:pt x="634801" y="152400"/>
                </a:cubicBezTo>
                <a:cubicBezTo>
                  <a:pt x="634801" y="418823"/>
                  <a:pt x="418822" y="634802"/>
                  <a:pt x="152399" y="634802"/>
                </a:cubicBezTo>
                <a:cubicBezTo>
                  <a:pt x="119096" y="634802"/>
                  <a:pt x="86581" y="631427"/>
                  <a:pt x="55178" y="625001"/>
                </a:cubicBezTo>
                <a:lnTo>
                  <a:pt x="0" y="607873"/>
                </a:lnTo>
                <a:lnTo>
                  <a:pt x="0" y="444300"/>
                </a:lnTo>
                <a:lnTo>
                  <a:pt x="23662" y="457143"/>
                </a:lnTo>
                <a:cubicBezTo>
                  <a:pt x="63230" y="473879"/>
                  <a:pt x="106733" y="483134"/>
                  <a:pt x="152398" y="483134"/>
                </a:cubicBezTo>
                <a:cubicBezTo>
                  <a:pt x="335057" y="483134"/>
                  <a:pt x="483132" y="335059"/>
                  <a:pt x="483132" y="152400"/>
                </a:cubicBezTo>
                <a:cubicBezTo>
                  <a:pt x="483132" y="106735"/>
                  <a:pt x="473877" y="63232"/>
                  <a:pt x="457141" y="23664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775DAE3E-F91C-415C-ADEB-118FC258E2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04526" y="-1021309"/>
            <a:ext cx="3952876" cy="3886199"/>
          </a:xfrm>
          <a:prstGeom prst="ellipse">
            <a:avLst/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31CC4D0-9ECD-462A-9BC7-264D9AC5425F}"/>
              </a:ext>
            </a:extLst>
          </p:cNvPr>
          <p:cNvSpPr/>
          <p:nvPr userDrawn="1"/>
        </p:nvSpPr>
        <p:spPr>
          <a:xfrm>
            <a:off x="11983442" y="4419600"/>
            <a:ext cx="208559" cy="417118"/>
          </a:xfrm>
          <a:custGeom>
            <a:avLst/>
            <a:gdLst>
              <a:gd name="connsiteX0" fmla="*/ 208559 w 208559"/>
              <a:gd name="connsiteY0" fmla="*/ 0 h 417118"/>
              <a:gd name="connsiteX1" fmla="*/ 208559 w 208559"/>
              <a:gd name="connsiteY1" fmla="*/ 84629 h 417118"/>
              <a:gd name="connsiteX2" fmla="*/ 84629 w 208559"/>
              <a:gd name="connsiteY2" fmla="*/ 208559 h 417118"/>
              <a:gd name="connsiteX3" fmla="*/ 208559 w 208559"/>
              <a:gd name="connsiteY3" fmla="*/ 332489 h 417118"/>
              <a:gd name="connsiteX4" fmla="*/ 208559 w 208559"/>
              <a:gd name="connsiteY4" fmla="*/ 417118 h 417118"/>
              <a:gd name="connsiteX5" fmla="*/ 0 w 208559"/>
              <a:gd name="connsiteY5" fmla="*/ 208559 h 417118"/>
              <a:gd name="connsiteX6" fmla="*/ 208559 w 208559"/>
              <a:gd name="connsiteY6" fmla="*/ 0 h 41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559" h="417118">
                <a:moveTo>
                  <a:pt x="208559" y="0"/>
                </a:moveTo>
                <a:lnTo>
                  <a:pt x="208559" y="84629"/>
                </a:lnTo>
                <a:cubicBezTo>
                  <a:pt x="140114" y="84629"/>
                  <a:pt x="84629" y="140114"/>
                  <a:pt x="84629" y="208559"/>
                </a:cubicBezTo>
                <a:cubicBezTo>
                  <a:pt x="84629" y="277004"/>
                  <a:pt x="140114" y="332489"/>
                  <a:pt x="208559" y="332489"/>
                </a:cubicBezTo>
                <a:lnTo>
                  <a:pt x="208559" y="417118"/>
                </a:lnTo>
                <a:cubicBezTo>
                  <a:pt x="93375" y="417118"/>
                  <a:pt x="0" y="323743"/>
                  <a:pt x="0" y="208559"/>
                </a:cubicBezTo>
                <a:cubicBezTo>
                  <a:pt x="0" y="93375"/>
                  <a:pt x="93375" y="0"/>
                  <a:pt x="208559" y="0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9836ED1-D3B7-4E91-9213-12D1CD575FFD}"/>
              </a:ext>
            </a:extLst>
          </p:cNvPr>
          <p:cNvSpPr/>
          <p:nvPr userDrawn="1"/>
        </p:nvSpPr>
        <p:spPr>
          <a:xfrm>
            <a:off x="7134225" y="6393465"/>
            <a:ext cx="826694" cy="826694"/>
          </a:xfrm>
          <a:custGeom>
            <a:avLst/>
            <a:gdLst>
              <a:gd name="connsiteX0" fmla="*/ 413337 w 826694"/>
              <a:gd name="connsiteY0" fmla="*/ 826693 h 826694"/>
              <a:gd name="connsiteX1" fmla="*/ 413357 w 826694"/>
              <a:gd name="connsiteY1" fmla="*/ 826693 h 826694"/>
              <a:gd name="connsiteX2" fmla="*/ 413347 w 826694"/>
              <a:gd name="connsiteY2" fmla="*/ 826694 h 826694"/>
              <a:gd name="connsiteX3" fmla="*/ 413347 w 826694"/>
              <a:gd name="connsiteY3" fmla="*/ 0 h 826694"/>
              <a:gd name="connsiteX4" fmla="*/ 826694 w 826694"/>
              <a:gd name="connsiteY4" fmla="*/ 413347 h 826694"/>
              <a:gd name="connsiteX5" fmla="*/ 820715 w 826694"/>
              <a:gd name="connsiteY5" fmla="*/ 472660 h 826694"/>
              <a:gd name="connsiteX6" fmla="*/ 646992 w 826694"/>
              <a:gd name="connsiteY6" fmla="*/ 472660 h 826694"/>
              <a:gd name="connsiteX7" fmla="*/ 658966 w 826694"/>
              <a:gd name="connsiteY7" fmla="*/ 413347 h 826694"/>
              <a:gd name="connsiteX8" fmla="*/ 413347 w 826694"/>
              <a:gd name="connsiteY8" fmla="*/ 167728 h 826694"/>
              <a:gd name="connsiteX9" fmla="*/ 167728 w 826694"/>
              <a:gd name="connsiteY9" fmla="*/ 413347 h 826694"/>
              <a:gd name="connsiteX10" fmla="*/ 179703 w 826694"/>
              <a:gd name="connsiteY10" fmla="*/ 472660 h 826694"/>
              <a:gd name="connsiteX11" fmla="*/ 5980 w 826694"/>
              <a:gd name="connsiteY11" fmla="*/ 472660 h 826694"/>
              <a:gd name="connsiteX12" fmla="*/ 0 w 826694"/>
              <a:gd name="connsiteY12" fmla="*/ 413347 h 826694"/>
              <a:gd name="connsiteX13" fmla="*/ 413347 w 826694"/>
              <a:gd name="connsiteY13" fmla="*/ 0 h 826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26694" h="826694">
                <a:moveTo>
                  <a:pt x="413337" y="826693"/>
                </a:moveTo>
                <a:lnTo>
                  <a:pt x="413357" y="826693"/>
                </a:lnTo>
                <a:lnTo>
                  <a:pt x="413347" y="826694"/>
                </a:lnTo>
                <a:close/>
                <a:moveTo>
                  <a:pt x="413347" y="0"/>
                </a:moveTo>
                <a:cubicBezTo>
                  <a:pt x="641632" y="0"/>
                  <a:pt x="826694" y="185062"/>
                  <a:pt x="826694" y="413347"/>
                </a:cubicBezTo>
                <a:lnTo>
                  <a:pt x="820715" y="472660"/>
                </a:lnTo>
                <a:lnTo>
                  <a:pt x="646992" y="472660"/>
                </a:lnTo>
                <a:lnTo>
                  <a:pt x="658966" y="413347"/>
                </a:lnTo>
                <a:cubicBezTo>
                  <a:pt x="658966" y="277695"/>
                  <a:pt x="548999" y="167728"/>
                  <a:pt x="413347" y="167728"/>
                </a:cubicBezTo>
                <a:cubicBezTo>
                  <a:pt x="277695" y="167728"/>
                  <a:pt x="167728" y="277695"/>
                  <a:pt x="167728" y="413347"/>
                </a:cubicBezTo>
                <a:lnTo>
                  <a:pt x="179703" y="472660"/>
                </a:lnTo>
                <a:lnTo>
                  <a:pt x="5980" y="472660"/>
                </a:lnTo>
                <a:lnTo>
                  <a:pt x="0" y="413347"/>
                </a:lnTo>
                <a:cubicBezTo>
                  <a:pt x="0" y="185062"/>
                  <a:pt x="185062" y="0"/>
                  <a:pt x="413347" y="0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BB37BEEB-1001-4B12-BBF3-48E497781E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88" y="4230120"/>
            <a:ext cx="2863112" cy="2814817"/>
          </a:xfrm>
          <a:prstGeom prst="ellipse">
            <a:avLst/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86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585DD959-E34E-4321-8E46-EA4484D707DA}" type="datetime1">
              <a:rPr lang="ru-RU" smtClean="0"/>
              <a:t>27.03.2026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020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62" y="696130"/>
            <a:ext cx="2099779" cy="84462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916" y="1611085"/>
            <a:ext cx="6292926" cy="46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0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46534" y="3055257"/>
            <a:ext cx="10993438" cy="895350"/>
          </a:xfrm>
        </p:spPr>
        <p:txBody>
          <a:bodyPr rtlCol="0">
            <a:noAutofit/>
          </a:bodyPr>
          <a:lstStyle/>
          <a:p>
            <a:pPr rtl="0"/>
            <a:r>
              <a:rPr lang="ru-RU" sz="4400" dirty="0" smtClean="0">
                <a:solidFill>
                  <a:schemeClr val="bg1"/>
                </a:solidFill>
                <a:latin typeface="Onest ExtraBold" pitchFamily="2" charset="0"/>
              </a:rPr>
              <a:t>ЗАГОЛОВОК РАЗДЕЛА</a:t>
            </a:r>
            <a:endParaRPr lang="ru-RU" sz="4400" dirty="0">
              <a:solidFill>
                <a:schemeClr val="bg1"/>
              </a:solidFill>
              <a:latin typeface="Onest ExtraBold" pitchFamily="2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34" y="696130"/>
            <a:ext cx="2099779" cy="844624"/>
          </a:xfrm>
          <a:prstGeom prst="rect">
            <a:avLst/>
          </a:prstGeom>
        </p:spPr>
      </p:pic>
      <p:sp>
        <p:nvSpPr>
          <p:cNvPr id="13" name="Заголовок 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 txBox="1">
            <a:spLocks/>
          </p:cNvSpPr>
          <p:nvPr/>
        </p:nvSpPr>
        <p:spPr>
          <a:xfrm>
            <a:off x="446534" y="4027714"/>
            <a:ext cx="10993438" cy="6195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200" cap="none" dirty="0" smtClean="0">
                <a:latin typeface="Onest Medium" pitchFamily="2" charset="0"/>
              </a:rPr>
              <a:t>Подзаголовок</a:t>
            </a:r>
            <a:r>
              <a:rPr lang="ru-RU" sz="4400" dirty="0" smtClean="0">
                <a:latin typeface="Onest ExtraBold" pitchFamily="2" charset="0"/>
              </a:rPr>
              <a:t> </a:t>
            </a:r>
            <a:endParaRPr lang="ru-RU" sz="4400" dirty="0">
              <a:latin typeface="Onest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50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1475011"/>
            <a:ext cx="3684897" cy="2061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258044" y="1475011"/>
            <a:ext cx="3684897" cy="2061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8037922" y="1475011"/>
            <a:ext cx="3711389" cy="2061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830123" y="1707777"/>
            <a:ext cx="2927998" cy="2364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rgbClr val="002060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 smtClean="0">
              <a:solidFill>
                <a:srgbClr val="002060"/>
              </a:solidFill>
            </a:endParaRP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85621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63" y="645886"/>
            <a:ext cx="9034523" cy="431644"/>
          </a:xfrm>
        </p:spPr>
        <p:txBody>
          <a:bodyPr rtlCol="0">
            <a:normAutofit/>
          </a:bodyPr>
          <a:lstStyle/>
          <a:p>
            <a:pPr rtl="0"/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sp>
        <p:nvSpPr>
          <p:cNvPr id="19" name="Text Placeholder 3"/>
          <p:cNvSpPr txBox="1">
            <a:spLocks/>
          </p:cNvSpPr>
          <p:nvPr/>
        </p:nvSpPr>
        <p:spPr>
          <a:xfrm>
            <a:off x="4471310" y="1707777"/>
            <a:ext cx="2927998" cy="2364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rgbClr val="002060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 smtClean="0">
              <a:solidFill>
                <a:srgbClr val="002060"/>
              </a:solidFill>
            </a:endParaRP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20" name="Text Placeholder 3"/>
          <p:cNvSpPr txBox="1">
            <a:spLocks/>
          </p:cNvSpPr>
          <p:nvPr/>
        </p:nvSpPr>
        <p:spPr>
          <a:xfrm>
            <a:off x="8271006" y="1645024"/>
            <a:ext cx="2927998" cy="2364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>
                <a:solidFill>
                  <a:srgbClr val="002060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 smtClean="0">
              <a:solidFill>
                <a:srgbClr val="002060"/>
              </a:solidFill>
            </a:endParaRPr>
          </a:p>
          <a:p>
            <a:endParaRPr lang="en-US" sz="1600" dirty="0">
              <a:solidFill>
                <a:srgbClr val="002060"/>
              </a:solidFill>
            </a:endParaRPr>
          </a:p>
        </p:txBody>
      </p:sp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1F91F1A5-D787-4FBF-A733-31A46F968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1350078"/>
              </p:ext>
            </p:extLst>
          </p:nvPr>
        </p:nvGraphicFramePr>
        <p:xfrm>
          <a:off x="451674" y="3546662"/>
          <a:ext cx="3684897" cy="2957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Овал 22">
            <a:extLst>
              <a:ext uri="{FF2B5EF4-FFF2-40B4-BE49-F238E27FC236}">
                <a16:creationId xmlns:a16="http://schemas.microsoft.com/office/drawing/2014/main" id="{D8CDB12A-474A-4BFB-AAED-5B68E63F86A5}"/>
              </a:ext>
            </a:extLst>
          </p:cNvPr>
          <p:cNvSpPr/>
          <p:nvPr/>
        </p:nvSpPr>
        <p:spPr>
          <a:xfrm>
            <a:off x="716794" y="4056506"/>
            <a:ext cx="109093" cy="109093"/>
          </a:xfrm>
          <a:prstGeom prst="ellipse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D5285197-CD25-4B1D-B283-F80653583A23}"/>
              </a:ext>
            </a:extLst>
          </p:cNvPr>
          <p:cNvSpPr txBox="1">
            <a:spLocks/>
          </p:cNvSpPr>
          <p:nvPr/>
        </p:nvSpPr>
        <p:spPr>
          <a:xfrm>
            <a:off x="830123" y="3995390"/>
            <a:ext cx="2358577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krobat" panose="00000600000000000000" pitchFamily="50" charset="-52"/>
                <a:ea typeface="+mj-ea"/>
                <a:cs typeface="+mj-cs"/>
              </a:defRPr>
            </a:lvl1pPr>
          </a:lstStyle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+mn-lt"/>
                <a:cs typeface="Arial" panose="020B0604020202020204" pitchFamily="34" charset="0"/>
              </a:rPr>
              <a:t>Бюджет, млрд руб.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61CF76F6-3625-41A7-9194-F5AFC84448BA}"/>
              </a:ext>
            </a:extLst>
          </p:cNvPr>
          <p:cNvSpPr/>
          <p:nvPr/>
        </p:nvSpPr>
        <p:spPr>
          <a:xfrm>
            <a:off x="728592" y="4253763"/>
            <a:ext cx="109093" cy="109093"/>
          </a:xfrm>
          <a:prstGeom prst="ellipse">
            <a:avLst/>
          </a:prstGeom>
          <a:solidFill>
            <a:srgbClr val="0C9B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13794393-3AC6-4CD5-AFE8-AA6EBC9AAEEC}"/>
              </a:ext>
            </a:extLst>
          </p:cNvPr>
          <p:cNvSpPr txBox="1">
            <a:spLocks/>
          </p:cNvSpPr>
          <p:nvPr/>
        </p:nvSpPr>
        <p:spPr>
          <a:xfrm>
            <a:off x="821652" y="4192893"/>
            <a:ext cx="2358577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krobat" panose="00000600000000000000" pitchFamily="50" charset="-52"/>
                <a:ea typeface="+mj-ea"/>
                <a:cs typeface="+mj-cs"/>
              </a:defRPr>
            </a:lvl1pPr>
          </a:lstStyle>
          <a:p>
            <a:r>
              <a:rPr lang="ru-RU" sz="1200" dirty="0" err="1">
                <a:solidFill>
                  <a:schemeClr val="bg2">
                    <a:lumMod val="25000"/>
                  </a:schemeClr>
                </a:solidFill>
                <a:latin typeface="+mn-lt"/>
                <a:cs typeface="Arial" panose="020B0604020202020204" pitchFamily="34" charset="0"/>
              </a:rPr>
              <a:t>Внебюджет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+mn-lt"/>
                <a:cs typeface="Arial" panose="020B0604020202020204" pitchFamily="34" charset="0"/>
              </a:rPr>
              <a:t>, млрд руб.</a:t>
            </a:r>
          </a:p>
        </p:txBody>
      </p:sp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5D0FE227-4FA3-4437-87F8-ACA7FE71FAAA}"/>
              </a:ext>
            </a:extLst>
          </p:cNvPr>
          <p:cNvSpPr txBox="1">
            <a:spLocks/>
          </p:cNvSpPr>
          <p:nvPr/>
        </p:nvSpPr>
        <p:spPr>
          <a:xfrm>
            <a:off x="4791365" y="4027059"/>
            <a:ext cx="5926435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5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krobat" panose="00000600000000000000" pitchFamily="50" charset="-52"/>
                <a:ea typeface="+mj-ea"/>
                <a:cs typeface="+mj-cs"/>
              </a:defRPr>
            </a:lvl1pPr>
          </a:lstStyle>
          <a:p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rPr>
              <a:t>ИССЛЕДОВАНИЯ И ТЕХНОЛОГИИ</a:t>
            </a:r>
            <a:endParaRPr lang="ru-RU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8F71B1-032A-4D23-8685-ADFAE2B5E1FA}"/>
              </a:ext>
            </a:extLst>
          </p:cNvPr>
          <p:cNvSpPr txBox="1"/>
          <p:nvPr/>
        </p:nvSpPr>
        <p:spPr>
          <a:xfrm>
            <a:off x="4853574" y="4530704"/>
            <a:ext cx="15001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0"/>
                <a:cs typeface="Arial" panose="020B0604020202020204" pitchFamily="34" charset="0"/>
              </a:rPr>
              <a:t>x3</a:t>
            </a:r>
            <a:endParaRPr lang="ru-RU" sz="6000" b="1" dirty="0">
              <a:solidFill>
                <a:schemeClr val="tx1">
                  <a:lumMod val="75000"/>
                  <a:lumOff val="25000"/>
                </a:schemeClr>
              </a:solidFill>
              <a:latin typeface="Onest Medium" pitchFamily="2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A5BADC8-310B-42DC-9B80-BC5368D89891}"/>
              </a:ext>
            </a:extLst>
          </p:cNvPr>
          <p:cNvSpPr/>
          <p:nvPr/>
        </p:nvSpPr>
        <p:spPr>
          <a:xfrm>
            <a:off x="4853574" y="5365435"/>
            <a:ext cx="1943914" cy="30777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объем НИОКР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65151C-C8D7-46E2-8669-312BA7C70485}"/>
              </a:ext>
            </a:extLst>
          </p:cNvPr>
          <p:cNvSpPr txBox="1"/>
          <p:nvPr/>
        </p:nvSpPr>
        <p:spPr>
          <a:xfrm>
            <a:off x="6957386" y="4530704"/>
            <a:ext cx="11314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A01F9BC-4938-43C0-897E-EC5447A095E8}"/>
              </a:ext>
            </a:extLst>
          </p:cNvPr>
          <p:cNvSpPr/>
          <p:nvPr/>
        </p:nvSpPr>
        <p:spPr>
          <a:xfrm>
            <a:off x="6957386" y="5365434"/>
            <a:ext cx="2435385" cy="95410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совместных подразделений </a:t>
            </a:r>
            <a:b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</a:br>
            <a: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с индустриальными партнерами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C26AB8-AFF5-45D3-AD15-35C916AF274C}"/>
              </a:ext>
            </a:extLst>
          </p:cNvPr>
          <p:cNvSpPr txBox="1"/>
          <p:nvPr/>
        </p:nvSpPr>
        <p:spPr>
          <a:xfrm>
            <a:off x="9174550" y="4520855"/>
            <a:ext cx="1543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72DDFF1-6E1B-49E7-8DEE-71AC79FCF767}"/>
              </a:ext>
            </a:extLst>
          </p:cNvPr>
          <p:cNvSpPr/>
          <p:nvPr/>
        </p:nvSpPr>
        <p:spPr>
          <a:xfrm>
            <a:off x="9174549" y="5357941"/>
            <a:ext cx="2282345" cy="954107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внедренных в экономику крупных </a:t>
            </a:r>
            <a:b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</a:br>
            <a:r>
              <a:rPr lang="ru-RU" sz="1400" dirty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t>научно-технических продуктов/технологий</a:t>
            </a:r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63" y="645886"/>
            <a:ext cx="9034523" cy="431644"/>
          </a:xfrm>
        </p:spPr>
        <p:txBody>
          <a:bodyPr rtlCol="0">
            <a:normAutofit/>
          </a:bodyPr>
          <a:lstStyle/>
          <a:p>
            <a:pPr rtl="0"/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sp>
        <p:nvSpPr>
          <p:cNvPr id="5" name="Text Placeholder 3"/>
          <p:cNvSpPr txBox="1">
            <a:spLocks/>
          </p:cNvSpPr>
          <p:nvPr/>
        </p:nvSpPr>
        <p:spPr>
          <a:xfrm>
            <a:off x="501363" y="1734457"/>
            <a:ext cx="4942069" cy="2080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9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 smtClean="0"/>
              <a:t>Текст слайда, данные и полезная информация. Текст слайда, данные и полезная информация.</a:t>
            </a:r>
            <a:endParaRPr lang="en-US" sz="1600" dirty="0" smtClean="0"/>
          </a:p>
          <a:p>
            <a:endParaRPr lang="en-US" sz="1600" dirty="0"/>
          </a:p>
        </p:txBody>
      </p:sp>
      <p:pic>
        <p:nvPicPr>
          <p:cNvPr id="6" name="Объект 17">
            <a:extLst>
              <a:ext uri="{FF2B5EF4-FFF2-40B4-BE49-F238E27FC236}">
                <a16:creationId xmlns:a16="http://schemas.microsoft.com/office/drawing/2014/main" id="{BFEA8EC1-23A4-4843-A9C3-AE771D73392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6202268" y="1904437"/>
            <a:ext cx="5394514" cy="2944125"/>
          </a:xfrm>
          <a:prstGeom prst="rect">
            <a:avLst/>
          </a:prstGeom>
        </p:spPr>
      </p:pic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85621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50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253494" y="5490339"/>
            <a:ext cx="4530448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52331" y="5283200"/>
            <a:ext cx="416560" cy="416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</a:t>
            </a:r>
            <a:br>
              <a:rPr lang="en-US" dirty="0"/>
            </a:br>
            <a:r>
              <a:rPr lang="en-US" dirty="0"/>
              <a:t>Company</a:t>
            </a:r>
            <a:br>
              <a:rPr lang="en-US" dirty="0"/>
            </a:br>
            <a:r>
              <a:rPr lang="en-US" dirty="0"/>
              <a:t>Value #1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052331" y="1475011"/>
            <a:ext cx="4942069" cy="2644763"/>
          </a:xfrm>
        </p:spPr>
        <p:txBody>
          <a:bodyPr>
            <a:normAutofit/>
          </a:bodyPr>
          <a:lstStyle/>
          <a:p>
            <a:r>
              <a:rPr lang="ru-RU" sz="1600" i="0" dirty="0" smtClean="0">
                <a:latin typeface="+mn-lt"/>
              </a:rPr>
              <a:t>Текст слайда, данные и полезная информация.</a:t>
            </a:r>
            <a:r>
              <a:rPr lang="ru-RU" sz="1600" i="0" dirty="0">
                <a:latin typeface="+mn-lt"/>
              </a:rPr>
              <a:t> Текст слайда, данные и полезная информация.</a:t>
            </a:r>
            <a:endParaRPr lang="en-US" sz="1600" i="0" dirty="0">
              <a:latin typeface="+mn-lt"/>
            </a:endParaRPr>
          </a:p>
          <a:p>
            <a:endParaRPr lang="en-US" sz="1600" i="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6571" y="5176341"/>
            <a:ext cx="516167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 #1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96571" y="5544931"/>
            <a:ext cx="621965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Open Sans" charset="0"/>
                <a:cs typeface="Open Sans" charset="0"/>
              </a:rPr>
              <a:t>2024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a typeface="Open Sans" charset="0"/>
              <a:cs typeface="Open San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8058" y="5176341"/>
            <a:ext cx="71147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 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#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2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48058" y="5544931"/>
            <a:ext cx="617157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Open Sans" charset="0"/>
                <a:cs typeface="Open Sans" charset="0"/>
              </a:rPr>
              <a:t>2025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a typeface="Open Sans" charset="0"/>
              <a:cs typeface="Open Sans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20926" y="5176341"/>
            <a:ext cx="545021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</a:t>
            </a:r>
            <a:r>
              <a:rPr lang="en-US" sz="1000" dirty="0" smtClean="0">
                <a:solidFill>
                  <a:schemeClr val="tx1">
                    <a:alpha val="70000"/>
                  </a:schemeClr>
                </a:solidFill>
              </a:rPr>
              <a:t> </a:t>
            </a:r>
            <a:r>
              <a:rPr lang="en-US" sz="1000" dirty="0">
                <a:solidFill>
                  <a:schemeClr val="tx1">
                    <a:alpha val="70000"/>
                  </a:schemeClr>
                </a:solidFill>
              </a:rPr>
              <a:t>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0926" y="5544931"/>
            <a:ext cx="618759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Open Sans" charset="0"/>
                <a:cs typeface="Open Sans" charset="0"/>
              </a:rPr>
              <a:t>2026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ea typeface="Open Sans" charset="0"/>
              <a:cs typeface="Open Sans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3249652" y="5461000"/>
            <a:ext cx="60960" cy="60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928235" y="5463183"/>
            <a:ext cx="60960" cy="6096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288695" y="1942663"/>
            <a:ext cx="2676940" cy="26769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795"/>
          <p:cNvSpPr>
            <a:spLocks noEditPoints="1"/>
          </p:cNvSpPr>
          <p:nvPr/>
        </p:nvSpPr>
        <p:spPr bwMode="auto">
          <a:xfrm>
            <a:off x="8346446" y="2997753"/>
            <a:ext cx="561438" cy="566760"/>
          </a:xfrm>
          <a:custGeom>
            <a:avLst/>
            <a:gdLst>
              <a:gd name="T0" fmla="*/ 16 w 96"/>
              <a:gd name="T1" fmla="*/ 20 h 96"/>
              <a:gd name="T2" fmla="*/ 24 w 96"/>
              <a:gd name="T3" fmla="*/ 20 h 96"/>
              <a:gd name="T4" fmla="*/ 20 w 96"/>
              <a:gd name="T5" fmla="*/ 64 h 96"/>
              <a:gd name="T6" fmla="*/ 36 w 96"/>
              <a:gd name="T7" fmla="*/ 64 h 96"/>
              <a:gd name="T8" fmla="*/ 40 w 96"/>
              <a:gd name="T9" fmla="*/ 20 h 96"/>
              <a:gd name="T10" fmla="*/ 32 w 96"/>
              <a:gd name="T11" fmla="*/ 20 h 96"/>
              <a:gd name="T12" fmla="*/ 36 w 96"/>
              <a:gd name="T13" fmla="*/ 64 h 96"/>
              <a:gd name="T14" fmla="*/ 96 w 96"/>
              <a:gd name="T15" fmla="*/ 92 h 96"/>
              <a:gd name="T16" fmla="*/ 80 w 96"/>
              <a:gd name="T17" fmla="*/ 96 h 96"/>
              <a:gd name="T18" fmla="*/ 52 w 96"/>
              <a:gd name="T19" fmla="*/ 96 h 96"/>
              <a:gd name="T20" fmla="*/ 20 w 96"/>
              <a:gd name="T21" fmla="*/ 96 h 96"/>
              <a:gd name="T22" fmla="*/ 0 w 96"/>
              <a:gd name="T23" fmla="*/ 92 h 96"/>
              <a:gd name="T24" fmla="*/ 4 w 96"/>
              <a:gd name="T25" fmla="*/ 0 h 96"/>
              <a:gd name="T26" fmla="*/ 56 w 96"/>
              <a:gd name="T27" fmla="*/ 4 h 96"/>
              <a:gd name="T28" fmla="*/ 92 w 96"/>
              <a:gd name="T29" fmla="*/ 24 h 96"/>
              <a:gd name="T30" fmla="*/ 8 w 96"/>
              <a:gd name="T31" fmla="*/ 88 h 96"/>
              <a:gd name="T32" fmla="*/ 16 w 96"/>
              <a:gd name="T33" fmla="*/ 76 h 96"/>
              <a:gd name="T34" fmla="*/ 36 w 96"/>
              <a:gd name="T35" fmla="*/ 72 h 96"/>
              <a:gd name="T36" fmla="*/ 40 w 96"/>
              <a:gd name="T37" fmla="*/ 88 h 96"/>
              <a:gd name="T38" fmla="*/ 48 w 96"/>
              <a:gd name="T39" fmla="*/ 28 h 96"/>
              <a:gd name="T40" fmla="*/ 8 w 96"/>
              <a:gd name="T41" fmla="*/ 8 h 96"/>
              <a:gd name="T42" fmla="*/ 32 w 96"/>
              <a:gd name="T43" fmla="*/ 88 h 96"/>
              <a:gd name="T44" fmla="*/ 24 w 96"/>
              <a:gd name="T45" fmla="*/ 80 h 96"/>
              <a:gd name="T46" fmla="*/ 32 w 96"/>
              <a:gd name="T47" fmla="*/ 88 h 96"/>
              <a:gd name="T48" fmla="*/ 76 w 96"/>
              <a:gd name="T49" fmla="*/ 80 h 96"/>
              <a:gd name="T50" fmla="*/ 68 w 96"/>
              <a:gd name="T51" fmla="*/ 88 h 96"/>
              <a:gd name="T52" fmla="*/ 88 w 96"/>
              <a:gd name="T53" fmla="*/ 32 h 96"/>
              <a:gd name="T54" fmla="*/ 56 w 96"/>
              <a:gd name="T55" fmla="*/ 88 h 96"/>
              <a:gd name="T56" fmla="*/ 60 w 96"/>
              <a:gd name="T57" fmla="*/ 76 h 96"/>
              <a:gd name="T58" fmla="*/ 80 w 96"/>
              <a:gd name="T59" fmla="*/ 72 h 96"/>
              <a:gd name="T60" fmla="*/ 84 w 96"/>
              <a:gd name="T61" fmla="*/ 88 h 96"/>
              <a:gd name="T62" fmla="*/ 88 w 96"/>
              <a:gd name="T63" fmla="*/ 32 h 96"/>
              <a:gd name="T64" fmla="*/ 80 w 96"/>
              <a:gd name="T65" fmla="*/ 48 h 96"/>
              <a:gd name="T66" fmla="*/ 80 w 96"/>
              <a:gd name="T67" fmla="*/ 40 h 96"/>
              <a:gd name="T68" fmla="*/ 60 w 96"/>
              <a:gd name="T69" fmla="*/ 44 h 96"/>
              <a:gd name="T70" fmla="*/ 64 w 96"/>
              <a:gd name="T71" fmla="*/ 64 h 96"/>
              <a:gd name="T72" fmla="*/ 84 w 96"/>
              <a:gd name="T73" fmla="*/ 60 h 96"/>
              <a:gd name="T74" fmla="*/ 64 w 96"/>
              <a:gd name="T75" fmla="*/ 56 h 96"/>
              <a:gd name="T76" fmla="*/ 64 w 96"/>
              <a:gd name="T77" fmla="*/ 64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96" h="96">
                <a:moveTo>
                  <a:pt x="16" y="60"/>
                </a:moveTo>
                <a:cubicBezTo>
                  <a:pt x="16" y="20"/>
                  <a:pt x="16" y="20"/>
                  <a:pt x="16" y="20"/>
                </a:cubicBezTo>
                <a:cubicBezTo>
                  <a:pt x="16" y="18"/>
                  <a:pt x="18" y="16"/>
                  <a:pt x="20" y="16"/>
                </a:cubicBezTo>
                <a:cubicBezTo>
                  <a:pt x="22" y="16"/>
                  <a:pt x="24" y="18"/>
                  <a:pt x="24" y="20"/>
                </a:cubicBezTo>
                <a:cubicBezTo>
                  <a:pt x="24" y="60"/>
                  <a:pt x="24" y="60"/>
                  <a:pt x="24" y="60"/>
                </a:cubicBezTo>
                <a:cubicBezTo>
                  <a:pt x="24" y="62"/>
                  <a:pt x="22" y="64"/>
                  <a:pt x="20" y="64"/>
                </a:cubicBezTo>
                <a:cubicBezTo>
                  <a:pt x="18" y="64"/>
                  <a:pt x="16" y="62"/>
                  <a:pt x="16" y="60"/>
                </a:cubicBezTo>
                <a:close/>
                <a:moveTo>
                  <a:pt x="36" y="64"/>
                </a:moveTo>
                <a:cubicBezTo>
                  <a:pt x="38" y="64"/>
                  <a:pt x="40" y="62"/>
                  <a:pt x="40" y="60"/>
                </a:cubicBezTo>
                <a:cubicBezTo>
                  <a:pt x="40" y="20"/>
                  <a:pt x="40" y="20"/>
                  <a:pt x="40" y="20"/>
                </a:cubicBezTo>
                <a:cubicBezTo>
                  <a:pt x="40" y="18"/>
                  <a:pt x="38" y="16"/>
                  <a:pt x="36" y="16"/>
                </a:cubicBezTo>
                <a:cubicBezTo>
                  <a:pt x="34" y="16"/>
                  <a:pt x="32" y="18"/>
                  <a:pt x="32" y="20"/>
                </a:cubicBezTo>
                <a:cubicBezTo>
                  <a:pt x="32" y="60"/>
                  <a:pt x="32" y="60"/>
                  <a:pt x="32" y="60"/>
                </a:cubicBezTo>
                <a:cubicBezTo>
                  <a:pt x="32" y="62"/>
                  <a:pt x="34" y="64"/>
                  <a:pt x="36" y="64"/>
                </a:cubicBezTo>
                <a:close/>
                <a:moveTo>
                  <a:pt x="96" y="28"/>
                </a:moveTo>
                <a:cubicBezTo>
                  <a:pt x="96" y="92"/>
                  <a:pt x="96" y="92"/>
                  <a:pt x="96" y="92"/>
                </a:cubicBezTo>
                <a:cubicBezTo>
                  <a:pt x="96" y="94"/>
                  <a:pt x="94" y="96"/>
                  <a:pt x="92" y="96"/>
                </a:cubicBezTo>
                <a:cubicBezTo>
                  <a:pt x="80" y="96"/>
                  <a:pt x="80" y="96"/>
                  <a:pt x="80" y="96"/>
                </a:cubicBezTo>
                <a:cubicBezTo>
                  <a:pt x="64" y="96"/>
                  <a:pt x="64" y="96"/>
                  <a:pt x="64" y="96"/>
                </a:cubicBezTo>
                <a:cubicBezTo>
                  <a:pt x="52" y="96"/>
                  <a:pt x="52" y="96"/>
                  <a:pt x="52" y="96"/>
                </a:cubicBezTo>
                <a:cubicBezTo>
                  <a:pt x="36" y="96"/>
                  <a:pt x="36" y="96"/>
                  <a:pt x="36" y="96"/>
                </a:cubicBezTo>
                <a:cubicBezTo>
                  <a:pt x="20" y="96"/>
                  <a:pt x="20" y="96"/>
                  <a:pt x="20" y="96"/>
                </a:cubicBezTo>
                <a:cubicBezTo>
                  <a:pt x="4" y="96"/>
                  <a:pt x="4" y="96"/>
                  <a:pt x="4" y="96"/>
                </a:cubicBezTo>
                <a:cubicBezTo>
                  <a:pt x="2" y="96"/>
                  <a:pt x="0" y="94"/>
                  <a:pt x="0" y="9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6" y="2"/>
                  <a:pt x="56" y="4"/>
                </a:cubicBezTo>
                <a:cubicBezTo>
                  <a:pt x="56" y="24"/>
                  <a:pt x="56" y="24"/>
                  <a:pt x="56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94" y="24"/>
                  <a:pt x="96" y="26"/>
                  <a:pt x="96" y="28"/>
                </a:cubicBezTo>
                <a:close/>
                <a:moveTo>
                  <a:pt x="8" y="88"/>
                </a:moveTo>
                <a:cubicBezTo>
                  <a:pt x="16" y="88"/>
                  <a:pt x="16" y="88"/>
                  <a:pt x="16" y="88"/>
                </a:cubicBezTo>
                <a:cubicBezTo>
                  <a:pt x="16" y="76"/>
                  <a:pt x="16" y="76"/>
                  <a:pt x="16" y="76"/>
                </a:cubicBezTo>
                <a:cubicBezTo>
                  <a:pt x="16" y="74"/>
                  <a:pt x="18" y="72"/>
                  <a:pt x="20" y="72"/>
                </a:cubicBezTo>
                <a:cubicBezTo>
                  <a:pt x="36" y="72"/>
                  <a:pt x="36" y="72"/>
                  <a:pt x="36" y="72"/>
                </a:cubicBezTo>
                <a:cubicBezTo>
                  <a:pt x="38" y="72"/>
                  <a:pt x="40" y="74"/>
                  <a:pt x="40" y="76"/>
                </a:cubicBezTo>
                <a:cubicBezTo>
                  <a:pt x="40" y="88"/>
                  <a:pt x="40" y="88"/>
                  <a:pt x="40" y="88"/>
                </a:cubicBezTo>
                <a:cubicBezTo>
                  <a:pt x="48" y="88"/>
                  <a:pt x="48" y="88"/>
                  <a:pt x="48" y="88"/>
                </a:cubicBezTo>
                <a:cubicBezTo>
                  <a:pt x="48" y="28"/>
                  <a:pt x="48" y="28"/>
                  <a:pt x="48" y="28"/>
                </a:cubicBezTo>
                <a:cubicBezTo>
                  <a:pt x="48" y="8"/>
                  <a:pt x="48" y="8"/>
                  <a:pt x="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8"/>
                </a:lnTo>
                <a:close/>
                <a:moveTo>
                  <a:pt x="32" y="88"/>
                </a:moveTo>
                <a:cubicBezTo>
                  <a:pt x="32" y="80"/>
                  <a:pt x="32" y="80"/>
                  <a:pt x="32" y="80"/>
                </a:cubicBezTo>
                <a:cubicBezTo>
                  <a:pt x="24" y="80"/>
                  <a:pt x="24" y="80"/>
                  <a:pt x="24" y="80"/>
                </a:cubicBezTo>
                <a:cubicBezTo>
                  <a:pt x="24" y="88"/>
                  <a:pt x="24" y="88"/>
                  <a:pt x="24" y="88"/>
                </a:cubicBezTo>
                <a:lnTo>
                  <a:pt x="32" y="88"/>
                </a:lnTo>
                <a:close/>
                <a:moveTo>
                  <a:pt x="76" y="88"/>
                </a:moveTo>
                <a:cubicBezTo>
                  <a:pt x="76" y="80"/>
                  <a:pt x="76" y="80"/>
                  <a:pt x="76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8"/>
                  <a:pt x="68" y="88"/>
                  <a:pt x="68" y="88"/>
                </a:cubicBezTo>
                <a:lnTo>
                  <a:pt x="76" y="88"/>
                </a:lnTo>
                <a:close/>
                <a:moveTo>
                  <a:pt x="88" y="32"/>
                </a:moveTo>
                <a:cubicBezTo>
                  <a:pt x="56" y="32"/>
                  <a:pt x="56" y="32"/>
                  <a:pt x="56" y="32"/>
                </a:cubicBezTo>
                <a:cubicBezTo>
                  <a:pt x="56" y="88"/>
                  <a:pt x="56" y="88"/>
                  <a:pt x="56" y="88"/>
                </a:cubicBezTo>
                <a:cubicBezTo>
                  <a:pt x="60" y="88"/>
                  <a:pt x="60" y="88"/>
                  <a:pt x="60" y="88"/>
                </a:cubicBezTo>
                <a:cubicBezTo>
                  <a:pt x="60" y="76"/>
                  <a:pt x="60" y="76"/>
                  <a:pt x="60" y="76"/>
                </a:cubicBezTo>
                <a:cubicBezTo>
                  <a:pt x="60" y="74"/>
                  <a:pt x="62" y="72"/>
                  <a:pt x="64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2" y="72"/>
                  <a:pt x="84" y="74"/>
                  <a:pt x="84" y="76"/>
                </a:cubicBezTo>
                <a:cubicBezTo>
                  <a:pt x="84" y="88"/>
                  <a:pt x="84" y="88"/>
                  <a:pt x="84" y="88"/>
                </a:cubicBezTo>
                <a:cubicBezTo>
                  <a:pt x="88" y="88"/>
                  <a:pt x="88" y="88"/>
                  <a:pt x="88" y="88"/>
                </a:cubicBezTo>
                <a:lnTo>
                  <a:pt x="88" y="32"/>
                </a:lnTo>
                <a:close/>
                <a:moveTo>
                  <a:pt x="64" y="48"/>
                </a:moveTo>
                <a:cubicBezTo>
                  <a:pt x="80" y="48"/>
                  <a:pt x="80" y="48"/>
                  <a:pt x="80" y="48"/>
                </a:cubicBezTo>
                <a:cubicBezTo>
                  <a:pt x="82" y="48"/>
                  <a:pt x="84" y="46"/>
                  <a:pt x="84" y="44"/>
                </a:cubicBezTo>
                <a:cubicBezTo>
                  <a:pt x="84" y="42"/>
                  <a:pt x="82" y="40"/>
                  <a:pt x="80" y="40"/>
                </a:cubicBezTo>
                <a:cubicBezTo>
                  <a:pt x="64" y="40"/>
                  <a:pt x="64" y="40"/>
                  <a:pt x="64" y="40"/>
                </a:cubicBezTo>
                <a:cubicBezTo>
                  <a:pt x="62" y="40"/>
                  <a:pt x="60" y="42"/>
                  <a:pt x="60" y="44"/>
                </a:cubicBezTo>
                <a:cubicBezTo>
                  <a:pt x="60" y="46"/>
                  <a:pt x="62" y="48"/>
                  <a:pt x="64" y="48"/>
                </a:cubicBezTo>
                <a:close/>
                <a:moveTo>
                  <a:pt x="64" y="64"/>
                </a:moveTo>
                <a:cubicBezTo>
                  <a:pt x="80" y="64"/>
                  <a:pt x="80" y="64"/>
                  <a:pt x="80" y="64"/>
                </a:cubicBezTo>
                <a:cubicBezTo>
                  <a:pt x="82" y="64"/>
                  <a:pt x="84" y="62"/>
                  <a:pt x="84" y="60"/>
                </a:cubicBezTo>
                <a:cubicBezTo>
                  <a:pt x="84" y="58"/>
                  <a:pt x="82" y="56"/>
                  <a:pt x="80" y="56"/>
                </a:cubicBezTo>
                <a:cubicBezTo>
                  <a:pt x="64" y="56"/>
                  <a:pt x="64" y="56"/>
                  <a:pt x="64" y="56"/>
                </a:cubicBezTo>
                <a:cubicBezTo>
                  <a:pt x="62" y="56"/>
                  <a:pt x="60" y="58"/>
                  <a:pt x="60" y="60"/>
                </a:cubicBezTo>
                <a:cubicBezTo>
                  <a:pt x="60" y="62"/>
                  <a:pt x="62" y="64"/>
                  <a:pt x="64" y="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288695" y="4827750"/>
            <a:ext cx="2676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Текстовая информация</a:t>
            </a: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. Текстовая информация. </a:t>
            </a:r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Текстовая </a:t>
            </a: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Текстовая </a:t>
            </a: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информация. </a:t>
            </a:r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Текстовая </a:t>
            </a: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 algn="ctr">
              <a:lnSpc>
                <a:spcPct val="12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10804275" y="4119775"/>
            <a:ext cx="416560" cy="4165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450055" y="1392204"/>
            <a:ext cx="1100917" cy="1100917"/>
          </a:xfrm>
          <a:prstGeom prst="ellipse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7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</a:t>
            </a:r>
            <a:br>
              <a:rPr lang="en-US" dirty="0"/>
            </a:br>
            <a:r>
              <a:rPr lang="en-US" dirty="0"/>
              <a:t>Company</a:t>
            </a:r>
            <a:br>
              <a:rPr lang="en-US" dirty="0"/>
            </a:br>
            <a:r>
              <a:rPr lang="en-US" dirty="0"/>
              <a:t>Value #1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57250" y="1207880"/>
            <a:ext cx="3695700" cy="2644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i="0" dirty="0" smtClean="0">
                <a:latin typeface="+mn-lt"/>
              </a:rPr>
              <a:t>Текст слайда, данные и полезная информация.</a:t>
            </a:r>
            <a:r>
              <a:rPr lang="ru-RU" sz="1600" i="0" dirty="0">
                <a:latin typeface="+mn-lt"/>
              </a:rPr>
              <a:t> Текст слайда, данные и полезная информация.</a:t>
            </a:r>
            <a:endParaRPr lang="en-US" sz="1600" i="0" dirty="0">
              <a:latin typeface="+mn-lt"/>
            </a:endParaRPr>
          </a:p>
          <a:p>
            <a:pPr marL="0" indent="0">
              <a:buNone/>
            </a:pPr>
            <a:endParaRPr lang="en-US" sz="1600" i="0" dirty="0">
              <a:latin typeface="+mn-lt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cxnSp>
        <p:nvCxnSpPr>
          <p:cNvPr id="27" name="Straight Connector 66"/>
          <p:cNvCxnSpPr/>
          <p:nvPr/>
        </p:nvCxnSpPr>
        <p:spPr>
          <a:xfrm>
            <a:off x="3089193" y="3998121"/>
            <a:ext cx="1903257" cy="0"/>
          </a:xfrm>
          <a:prstGeom prst="line">
            <a:avLst/>
          </a:prstGeom>
          <a:ln w="38100" cap="flat">
            <a:solidFill>
              <a:schemeClr val="accent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67"/>
          <p:cNvSpPr/>
          <p:nvPr/>
        </p:nvSpPr>
        <p:spPr>
          <a:xfrm>
            <a:off x="3045992" y="4019180"/>
            <a:ext cx="1946457" cy="120516"/>
          </a:xfrm>
          <a:custGeom>
            <a:avLst/>
            <a:gdLst>
              <a:gd name="connsiteX0" fmla="*/ 0 w 1903257"/>
              <a:gd name="connsiteY0" fmla="*/ 0 h 120516"/>
              <a:gd name="connsiteX1" fmla="*/ 1903257 w 1903257"/>
              <a:gd name="connsiteY1" fmla="*/ 0 h 120516"/>
              <a:gd name="connsiteX2" fmla="*/ 1903257 w 1903257"/>
              <a:gd name="connsiteY2" fmla="*/ 120516 h 120516"/>
              <a:gd name="connsiteX3" fmla="*/ 0 w 1903257"/>
              <a:gd name="connsiteY3" fmla="*/ 120516 h 120516"/>
              <a:gd name="connsiteX4" fmla="*/ 0 w 1903257"/>
              <a:gd name="connsiteY4" fmla="*/ 0 h 120516"/>
              <a:gd name="connsiteX0" fmla="*/ 43200 w 1946457"/>
              <a:gd name="connsiteY0" fmla="*/ 0 h 120516"/>
              <a:gd name="connsiteX1" fmla="*/ 1946457 w 1946457"/>
              <a:gd name="connsiteY1" fmla="*/ 0 h 120516"/>
              <a:gd name="connsiteX2" fmla="*/ 1946457 w 1946457"/>
              <a:gd name="connsiteY2" fmla="*/ 120516 h 120516"/>
              <a:gd name="connsiteX3" fmla="*/ 0 w 1946457"/>
              <a:gd name="connsiteY3" fmla="*/ 120516 h 120516"/>
              <a:gd name="connsiteX4" fmla="*/ 43200 w 1946457"/>
              <a:gd name="connsiteY4" fmla="*/ 0 h 12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6457" h="120516">
                <a:moveTo>
                  <a:pt x="43200" y="0"/>
                </a:moveTo>
                <a:lnTo>
                  <a:pt x="1946457" y="0"/>
                </a:lnTo>
                <a:lnTo>
                  <a:pt x="1946457" y="120516"/>
                </a:lnTo>
                <a:lnTo>
                  <a:pt x="0" y="120516"/>
                </a:lnTo>
                <a:lnTo>
                  <a:pt x="43200" y="0"/>
                </a:lnTo>
                <a:close/>
              </a:path>
            </a:pathLst>
          </a:cu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990619" y="4799353"/>
            <a:ext cx="1903256" cy="15602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0618" y="4140089"/>
            <a:ext cx="479298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 smtClean="0">
                <a:solidFill>
                  <a:schemeClr val="accent1"/>
                </a:solidFill>
                <a:ea typeface="Source Sans Pro" charset="0"/>
                <a:cs typeface="Source Sans Pro" charset="0"/>
              </a:rPr>
              <a:t>Start</a:t>
            </a:r>
            <a:endParaRPr lang="en-US" sz="1600" b="1" dirty="0">
              <a:solidFill>
                <a:schemeClr val="accent1"/>
              </a:solidFill>
              <a:ea typeface="Source Sans Pro" charset="0"/>
              <a:cs typeface="Source Sans Pro" charset="0"/>
            </a:endParaRPr>
          </a:p>
        </p:txBody>
      </p:sp>
      <p:cxnSp>
        <p:nvCxnSpPr>
          <p:cNvPr id="31" name="Straight Connector 26"/>
          <p:cNvCxnSpPr/>
          <p:nvPr/>
        </p:nvCxnSpPr>
        <p:spPr>
          <a:xfrm>
            <a:off x="990619" y="4518935"/>
            <a:ext cx="1903257" cy="0"/>
          </a:xfrm>
          <a:prstGeom prst="line">
            <a:avLst/>
          </a:prstGeom>
          <a:ln w="38100" cap="flat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27"/>
          <p:cNvSpPr/>
          <p:nvPr/>
        </p:nvSpPr>
        <p:spPr>
          <a:xfrm>
            <a:off x="990618" y="4539994"/>
            <a:ext cx="1903257" cy="120516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0"/>
          <p:cNvCxnSpPr/>
          <p:nvPr/>
        </p:nvCxnSpPr>
        <p:spPr>
          <a:xfrm flipH="1">
            <a:off x="2893876" y="3996105"/>
            <a:ext cx="198916" cy="522830"/>
          </a:xfrm>
          <a:prstGeom prst="line">
            <a:avLst/>
          </a:prstGeom>
          <a:ln w="38100" cap="rnd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68"/>
          <p:cNvCxnSpPr/>
          <p:nvPr/>
        </p:nvCxnSpPr>
        <p:spPr>
          <a:xfrm>
            <a:off x="5190122" y="3475291"/>
            <a:ext cx="1903257" cy="0"/>
          </a:xfrm>
          <a:prstGeom prst="line">
            <a:avLst/>
          </a:prstGeom>
          <a:ln w="38100" cap="flat">
            <a:solidFill>
              <a:schemeClr val="accent3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67"/>
          <p:cNvSpPr/>
          <p:nvPr/>
        </p:nvSpPr>
        <p:spPr>
          <a:xfrm>
            <a:off x="5146921" y="3496350"/>
            <a:ext cx="1946457" cy="120516"/>
          </a:xfrm>
          <a:custGeom>
            <a:avLst/>
            <a:gdLst>
              <a:gd name="connsiteX0" fmla="*/ 0 w 1903257"/>
              <a:gd name="connsiteY0" fmla="*/ 0 h 120516"/>
              <a:gd name="connsiteX1" fmla="*/ 1903257 w 1903257"/>
              <a:gd name="connsiteY1" fmla="*/ 0 h 120516"/>
              <a:gd name="connsiteX2" fmla="*/ 1903257 w 1903257"/>
              <a:gd name="connsiteY2" fmla="*/ 120516 h 120516"/>
              <a:gd name="connsiteX3" fmla="*/ 0 w 1903257"/>
              <a:gd name="connsiteY3" fmla="*/ 120516 h 120516"/>
              <a:gd name="connsiteX4" fmla="*/ 0 w 1903257"/>
              <a:gd name="connsiteY4" fmla="*/ 0 h 120516"/>
              <a:gd name="connsiteX0" fmla="*/ 43200 w 1946457"/>
              <a:gd name="connsiteY0" fmla="*/ 0 h 120516"/>
              <a:gd name="connsiteX1" fmla="*/ 1946457 w 1946457"/>
              <a:gd name="connsiteY1" fmla="*/ 0 h 120516"/>
              <a:gd name="connsiteX2" fmla="*/ 1946457 w 1946457"/>
              <a:gd name="connsiteY2" fmla="*/ 120516 h 120516"/>
              <a:gd name="connsiteX3" fmla="*/ 0 w 1946457"/>
              <a:gd name="connsiteY3" fmla="*/ 120516 h 120516"/>
              <a:gd name="connsiteX4" fmla="*/ 43200 w 1946457"/>
              <a:gd name="connsiteY4" fmla="*/ 0 h 12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6457" h="120516">
                <a:moveTo>
                  <a:pt x="43200" y="0"/>
                </a:moveTo>
                <a:lnTo>
                  <a:pt x="1946457" y="0"/>
                </a:lnTo>
                <a:lnTo>
                  <a:pt x="1946457" y="120516"/>
                </a:lnTo>
                <a:lnTo>
                  <a:pt x="0" y="120516"/>
                </a:lnTo>
                <a:lnTo>
                  <a:pt x="43200" y="0"/>
                </a:lnTo>
                <a:close/>
              </a:path>
            </a:pathLst>
          </a:cu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70"/>
          <p:cNvCxnSpPr/>
          <p:nvPr/>
        </p:nvCxnSpPr>
        <p:spPr>
          <a:xfrm flipH="1">
            <a:off x="4994805" y="3473275"/>
            <a:ext cx="198916" cy="522830"/>
          </a:xfrm>
          <a:prstGeom prst="line">
            <a:avLst/>
          </a:prstGeom>
          <a:ln w="38100" cap="rnd">
            <a:gradFill>
              <a:gsLst>
                <a:gs pos="0">
                  <a:schemeClr val="accent3"/>
                </a:gs>
                <a:gs pos="98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71"/>
          <p:cNvCxnSpPr/>
          <p:nvPr/>
        </p:nvCxnSpPr>
        <p:spPr>
          <a:xfrm>
            <a:off x="7288695" y="2952461"/>
            <a:ext cx="1903257" cy="0"/>
          </a:xfrm>
          <a:prstGeom prst="line">
            <a:avLst/>
          </a:prstGeom>
          <a:ln w="38100" cap="flat">
            <a:solidFill>
              <a:schemeClr val="accent4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67"/>
          <p:cNvSpPr/>
          <p:nvPr/>
        </p:nvSpPr>
        <p:spPr>
          <a:xfrm>
            <a:off x="7245494" y="2973520"/>
            <a:ext cx="1946457" cy="120516"/>
          </a:xfrm>
          <a:custGeom>
            <a:avLst/>
            <a:gdLst>
              <a:gd name="connsiteX0" fmla="*/ 0 w 1903257"/>
              <a:gd name="connsiteY0" fmla="*/ 0 h 120516"/>
              <a:gd name="connsiteX1" fmla="*/ 1903257 w 1903257"/>
              <a:gd name="connsiteY1" fmla="*/ 0 h 120516"/>
              <a:gd name="connsiteX2" fmla="*/ 1903257 w 1903257"/>
              <a:gd name="connsiteY2" fmla="*/ 120516 h 120516"/>
              <a:gd name="connsiteX3" fmla="*/ 0 w 1903257"/>
              <a:gd name="connsiteY3" fmla="*/ 120516 h 120516"/>
              <a:gd name="connsiteX4" fmla="*/ 0 w 1903257"/>
              <a:gd name="connsiteY4" fmla="*/ 0 h 120516"/>
              <a:gd name="connsiteX0" fmla="*/ 43200 w 1946457"/>
              <a:gd name="connsiteY0" fmla="*/ 0 h 120516"/>
              <a:gd name="connsiteX1" fmla="*/ 1946457 w 1946457"/>
              <a:gd name="connsiteY1" fmla="*/ 0 h 120516"/>
              <a:gd name="connsiteX2" fmla="*/ 1946457 w 1946457"/>
              <a:gd name="connsiteY2" fmla="*/ 120516 h 120516"/>
              <a:gd name="connsiteX3" fmla="*/ 0 w 1946457"/>
              <a:gd name="connsiteY3" fmla="*/ 120516 h 120516"/>
              <a:gd name="connsiteX4" fmla="*/ 43200 w 1946457"/>
              <a:gd name="connsiteY4" fmla="*/ 0 h 12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6457" h="120516">
                <a:moveTo>
                  <a:pt x="43200" y="0"/>
                </a:moveTo>
                <a:lnTo>
                  <a:pt x="1946457" y="0"/>
                </a:lnTo>
                <a:lnTo>
                  <a:pt x="1946457" y="120516"/>
                </a:lnTo>
                <a:lnTo>
                  <a:pt x="0" y="120516"/>
                </a:lnTo>
                <a:lnTo>
                  <a:pt x="43200" y="0"/>
                </a:lnTo>
                <a:close/>
              </a:path>
            </a:pathLst>
          </a:custGeom>
          <a:pattFill prst="wdUp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73"/>
          <p:cNvCxnSpPr/>
          <p:nvPr/>
        </p:nvCxnSpPr>
        <p:spPr>
          <a:xfrm flipH="1">
            <a:off x="7093378" y="2950445"/>
            <a:ext cx="198916" cy="522830"/>
          </a:xfrm>
          <a:prstGeom prst="line">
            <a:avLst/>
          </a:prstGeom>
          <a:ln w="38100" cap="rnd">
            <a:gradFill>
              <a:gsLst>
                <a:gs pos="0">
                  <a:schemeClr val="accent4"/>
                </a:gs>
                <a:gs pos="99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74"/>
          <p:cNvCxnSpPr/>
          <p:nvPr/>
        </p:nvCxnSpPr>
        <p:spPr>
          <a:xfrm>
            <a:off x="9387268" y="2429631"/>
            <a:ext cx="2129439" cy="0"/>
          </a:xfrm>
          <a:prstGeom prst="line">
            <a:avLst/>
          </a:prstGeom>
          <a:ln w="38100" cap="flat">
            <a:solidFill>
              <a:schemeClr val="accent5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67"/>
          <p:cNvSpPr/>
          <p:nvPr/>
        </p:nvSpPr>
        <p:spPr>
          <a:xfrm>
            <a:off x="9344067" y="2450689"/>
            <a:ext cx="2172640" cy="128839"/>
          </a:xfrm>
          <a:custGeom>
            <a:avLst/>
            <a:gdLst>
              <a:gd name="connsiteX0" fmla="*/ 0 w 1903257"/>
              <a:gd name="connsiteY0" fmla="*/ 0 h 120516"/>
              <a:gd name="connsiteX1" fmla="*/ 1903257 w 1903257"/>
              <a:gd name="connsiteY1" fmla="*/ 0 h 120516"/>
              <a:gd name="connsiteX2" fmla="*/ 1903257 w 1903257"/>
              <a:gd name="connsiteY2" fmla="*/ 120516 h 120516"/>
              <a:gd name="connsiteX3" fmla="*/ 0 w 1903257"/>
              <a:gd name="connsiteY3" fmla="*/ 120516 h 120516"/>
              <a:gd name="connsiteX4" fmla="*/ 0 w 1903257"/>
              <a:gd name="connsiteY4" fmla="*/ 0 h 120516"/>
              <a:gd name="connsiteX0" fmla="*/ 43200 w 1946457"/>
              <a:gd name="connsiteY0" fmla="*/ 0 h 120516"/>
              <a:gd name="connsiteX1" fmla="*/ 1946457 w 1946457"/>
              <a:gd name="connsiteY1" fmla="*/ 0 h 120516"/>
              <a:gd name="connsiteX2" fmla="*/ 1946457 w 1946457"/>
              <a:gd name="connsiteY2" fmla="*/ 120516 h 120516"/>
              <a:gd name="connsiteX3" fmla="*/ 0 w 1946457"/>
              <a:gd name="connsiteY3" fmla="*/ 120516 h 120516"/>
              <a:gd name="connsiteX4" fmla="*/ 43200 w 1946457"/>
              <a:gd name="connsiteY4" fmla="*/ 0 h 120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6457" h="120516">
                <a:moveTo>
                  <a:pt x="43200" y="0"/>
                </a:moveTo>
                <a:lnTo>
                  <a:pt x="1946457" y="0"/>
                </a:lnTo>
                <a:lnTo>
                  <a:pt x="1946457" y="120516"/>
                </a:lnTo>
                <a:lnTo>
                  <a:pt x="0" y="120516"/>
                </a:lnTo>
                <a:lnTo>
                  <a:pt x="43200" y="0"/>
                </a:lnTo>
                <a:close/>
              </a:path>
            </a:pathLst>
          </a:custGeom>
          <a:pattFill prst="wdUpDiag">
            <a:fgClr>
              <a:schemeClr val="accent5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76"/>
          <p:cNvCxnSpPr/>
          <p:nvPr/>
        </p:nvCxnSpPr>
        <p:spPr>
          <a:xfrm flipH="1">
            <a:off x="9191951" y="2427615"/>
            <a:ext cx="198916" cy="522830"/>
          </a:xfrm>
          <a:prstGeom prst="line">
            <a:avLst/>
          </a:prstGeom>
          <a:ln w="38100" cap="rnd">
            <a:gradFill>
              <a:gsLst>
                <a:gs pos="0">
                  <a:schemeClr val="accent5"/>
                </a:gs>
                <a:gs pos="98000">
                  <a:schemeClr val="accent4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89194" y="4273842"/>
            <a:ext cx="1903256" cy="15602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89193" y="3614578"/>
            <a:ext cx="617157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 err="1" smtClean="0">
                <a:ea typeface="Source Sans Pro" charset="0"/>
                <a:cs typeface="Source Sans Pro" charset="0"/>
              </a:rPr>
              <a:t>Scond</a:t>
            </a:r>
            <a:endParaRPr lang="en-US" sz="1600" b="1" dirty="0">
              <a:ea typeface="Source Sans Pro" charset="0"/>
              <a:cs typeface="Source Sans Pro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190123" y="3732275"/>
            <a:ext cx="1903256" cy="15602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90122" y="3073011"/>
            <a:ext cx="492122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 smtClean="0">
                <a:ea typeface="Source Sans Pro" charset="0"/>
                <a:cs typeface="Source Sans Pro" charset="0"/>
              </a:rPr>
              <a:t>Third</a:t>
            </a:r>
            <a:endParaRPr lang="en-US" sz="1600" b="1" dirty="0">
              <a:ea typeface="Source Sans Pro" charset="0"/>
              <a:cs typeface="Source Sans Pro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88696" y="3225875"/>
            <a:ext cx="1903256" cy="15602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288695" y="2566611"/>
            <a:ext cx="434414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 smtClean="0">
                <a:ea typeface="Source Sans Pro" charset="0"/>
                <a:cs typeface="Source Sans Pro" charset="0"/>
              </a:rPr>
              <a:t>Best</a:t>
            </a:r>
            <a:endParaRPr lang="en-US" sz="1600" b="1" dirty="0">
              <a:ea typeface="Source Sans Pro" charset="0"/>
              <a:cs typeface="Source Sans Pro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387269" y="2697609"/>
            <a:ext cx="1903256" cy="15602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Текстовая информация. 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Текстовая информация. 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387268" y="2038345"/>
            <a:ext cx="567463" cy="338554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600" b="1" dirty="0" smtClean="0">
                <a:solidFill>
                  <a:schemeClr val="accent5"/>
                </a:solidFill>
                <a:ea typeface="Source Sans Pro" charset="0"/>
                <a:cs typeface="Source Sans Pro" charset="0"/>
              </a:rPr>
              <a:t>Finish</a:t>
            </a:r>
            <a:endParaRPr lang="en-US" sz="1600" b="1" dirty="0">
              <a:solidFill>
                <a:schemeClr val="accent5"/>
              </a:solidFill>
              <a:ea typeface="Source Sans Pro" charset="0"/>
              <a:cs typeface="Source Sans 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33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57250" y="1207880"/>
            <a:ext cx="3695700" cy="2644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i="0" dirty="0" smtClean="0">
                <a:latin typeface="+mn-lt"/>
              </a:rPr>
              <a:t>Текст слайда, данные и полезная информация.</a:t>
            </a:r>
            <a:r>
              <a:rPr lang="ru-RU" sz="1600" i="0" dirty="0">
                <a:latin typeface="+mn-lt"/>
              </a:rPr>
              <a:t> Текст слайда, данные и полезная информация.</a:t>
            </a:r>
            <a:endParaRPr lang="en-US" sz="1600" i="0" dirty="0">
              <a:latin typeface="+mn-lt"/>
            </a:endParaRPr>
          </a:p>
          <a:p>
            <a:pPr marL="0" indent="0">
              <a:buNone/>
            </a:pPr>
            <a:endParaRPr lang="en-US" sz="1600" i="0" dirty="0">
              <a:latin typeface="+mn-lt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cxnSp>
        <p:nvCxnSpPr>
          <p:cNvPr id="51" name="Straight Connector 23"/>
          <p:cNvCxnSpPr/>
          <p:nvPr/>
        </p:nvCxnSpPr>
        <p:spPr>
          <a:xfrm>
            <a:off x="6634450" y="3184881"/>
            <a:ext cx="849274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24"/>
          <p:cNvCxnSpPr/>
          <p:nvPr/>
        </p:nvCxnSpPr>
        <p:spPr>
          <a:xfrm>
            <a:off x="3943407" y="4463010"/>
            <a:ext cx="659844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25"/>
          <p:cNvCxnSpPr/>
          <p:nvPr/>
        </p:nvCxnSpPr>
        <p:spPr>
          <a:xfrm>
            <a:off x="7965200" y="5118245"/>
            <a:ext cx="659844" cy="0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5"/>
          <p:cNvSpPr>
            <a:spLocks/>
          </p:cNvSpPr>
          <p:nvPr/>
        </p:nvSpPr>
        <p:spPr bwMode="auto">
          <a:xfrm>
            <a:off x="4771231" y="2069272"/>
            <a:ext cx="2649538" cy="2195513"/>
          </a:xfrm>
          <a:custGeom>
            <a:avLst/>
            <a:gdLst>
              <a:gd name="T0" fmla="*/ 834 w 1669"/>
              <a:gd name="T1" fmla="*/ 0 h 1383"/>
              <a:gd name="T2" fmla="*/ 1669 w 1669"/>
              <a:gd name="T3" fmla="*/ 1250 h 1383"/>
              <a:gd name="T4" fmla="*/ 1403 w 1669"/>
              <a:gd name="T5" fmla="*/ 1383 h 1383"/>
              <a:gd name="T6" fmla="*/ 266 w 1669"/>
              <a:gd name="T7" fmla="*/ 1383 h 1383"/>
              <a:gd name="T8" fmla="*/ 0 w 1669"/>
              <a:gd name="T9" fmla="*/ 1250 h 1383"/>
              <a:gd name="T10" fmla="*/ 834 w 1669"/>
              <a:gd name="T11" fmla="*/ 0 h 1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9" h="1383">
                <a:moveTo>
                  <a:pt x="834" y="0"/>
                </a:moveTo>
                <a:lnTo>
                  <a:pt x="1669" y="1250"/>
                </a:lnTo>
                <a:lnTo>
                  <a:pt x="1403" y="1383"/>
                </a:lnTo>
                <a:lnTo>
                  <a:pt x="266" y="1383"/>
                </a:lnTo>
                <a:lnTo>
                  <a:pt x="0" y="1250"/>
                </a:lnTo>
                <a:lnTo>
                  <a:pt x="834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 dirty="0"/>
          </a:p>
        </p:txBody>
      </p:sp>
      <p:sp>
        <p:nvSpPr>
          <p:cNvPr id="55" name="Freeform 6"/>
          <p:cNvSpPr>
            <a:spLocks/>
          </p:cNvSpPr>
          <p:nvPr/>
        </p:nvSpPr>
        <p:spPr bwMode="auto">
          <a:xfrm>
            <a:off x="4771231" y="2069272"/>
            <a:ext cx="2649538" cy="1984375"/>
          </a:xfrm>
          <a:custGeom>
            <a:avLst/>
            <a:gdLst>
              <a:gd name="T0" fmla="*/ 834 w 1669"/>
              <a:gd name="T1" fmla="*/ 0 h 1250"/>
              <a:gd name="T2" fmla="*/ 1669 w 1669"/>
              <a:gd name="T3" fmla="*/ 1250 h 1250"/>
              <a:gd name="T4" fmla="*/ 0 w 1669"/>
              <a:gd name="T5" fmla="*/ 1250 h 1250"/>
              <a:gd name="T6" fmla="*/ 834 w 1669"/>
              <a:gd name="T7" fmla="*/ 0 h 1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69" h="1250">
                <a:moveTo>
                  <a:pt x="834" y="0"/>
                </a:moveTo>
                <a:lnTo>
                  <a:pt x="1669" y="1250"/>
                </a:lnTo>
                <a:lnTo>
                  <a:pt x="0" y="1250"/>
                </a:lnTo>
                <a:lnTo>
                  <a:pt x="834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vert="horz" wrap="square" lIns="91440" tIns="45720" rIns="91440" bIns="182880" numCol="1" anchor="b" anchorCtr="0" compatLnSpc="1">
            <a:prstTxWarp prst="textNoShape">
              <a:avLst/>
            </a:prstTxWarp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56" name="Freeform 7"/>
          <p:cNvSpPr>
            <a:spLocks/>
          </p:cNvSpPr>
          <p:nvPr/>
        </p:nvSpPr>
        <p:spPr bwMode="auto">
          <a:xfrm>
            <a:off x="4368006" y="4264785"/>
            <a:ext cx="3455988" cy="617538"/>
          </a:xfrm>
          <a:custGeom>
            <a:avLst/>
            <a:gdLst>
              <a:gd name="T0" fmla="*/ 1088 w 2177"/>
              <a:gd name="T1" fmla="*/ 0 h 389"/>
              <a:gd name="T2" fmla="*/ 1995 w 2177"/>
              <a:gd name="T3" fmla="*/ 0 h 389"/>
              <a:gd name="T4" fmla="*/ 2177 w 2177"/>
              <a:gd name="T5" fmla="*/ 267 h 389"/>
              <a:gd name="T6" fmla="*/ 1935 w 2177"/>
              <a:gd name="T7" fmla="*/ 389 h 389"/>
              <a:gd name="T8" fmla="*/ 1088 w 2177"/>
              <a:gd name="T9" fmla="*/ 389 h 389"/>
              <a:gd name="T10" fmla="*/ 241 w 2177"/>
              <a:gd name="T11" fmla="*/ 389 h 389"/>
              <a:gd name="T12" fmla="*/ 0 w 2177"/>
              <a:gd name="T13" fmla="*/ 267 h 389"/>
              <a:gd name="T14" fmla="*/ 181 w 2177"/>
              <a:gd name="T15" fmla="*/ 0 h 389"/>
              <a:gd name="T16" fmla="*/ 1088 w 2177"/>
              <a:gd name="T17" fmla="*/ 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177" h="389">
                <a:moveTo>
                  <a:pt x="1088" y="0"/>
                </a:moveTo>
                <a:lnTo>
                  <a:pt x="1995" y="0"/>
                </a:lnTo>
                <a:lnTo>
                  <a:pt x="2177" y="267"/>
                </a:lnTo>
                <a:lnTo>
                  <a:pt x="1935" y="389"/>
                </a:lnTo>
                <a:lnTo>
                  <a:pt x="1088" y="389"/>
                </a:lnTo>
                <a:lnTo>
                  <a:pt x="241" y="389"/>
                </a:lnTo>
                <a:lnTo>
                  <a:pt x="0" y="267"/>
                </a:lnTo>
                <a:lnTo>
                  <a:pt x="181" y="0"/>
                </a:lnTo>
                <a:lnTo>
                  <a:pt x="1088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 dirty="0"/>
          </a:p>
        </p:txBody>
      </p:sp>
      <p:sp>
        <p:nvSpPr>
          <p:cNvPr id="57" name="Freeform 8"/>
          <p:cNvSpPr>
            <a:spLocks/>
          </p:cNvSpPr>
          <p:nvPr/>
        </p:nvSpPr>
        <p:spPr bwMode="auto">
          <a:xfrm>
            <a:off x="4368006" y="4264785"/>
            <a:ext cx="3455988" cy="423863"/>
          </a:xfrm>
          <a:custGeom>
            <a:avLst/>
            <a:gdLst>
              <a:gd name="T0" fmla="*/ 1088 w 2177"/>
              <a:gd name="T1" fmla="*/ 0 h 267"/>
              <a:gd name="T2" fmla="*/ 1995 w 2177"/>
              <a:gd name="T3" fmla="*/ 0 h 267"/>
              <a:gd name="T4" fmla="*/ 2177 w 2177"/>
              <a:gd name="T5" fmla="*/ 267 h 267"/>
              <a:gd name="T6" fmla="*/ 1088 w 2177"/>
              <a:gd name="T7" fmla="*/ 267 h 267"/>
              <a:gd name="T8" fmla="*/ 0 w 2177"/>
              <a:gd name="T9" fmla="*/ 267 h 267"/>
              <a:gd name="T10" fmla="*/ 181 w 2177"/>
              <a:gd name="T11" fmla="*/ 0 h 267"/>
              <a:gd name="T12" fmla="*/ 1088 w 2177"/>
              <a:gd name="T13" fmla="*/ 0 h 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77" h="267">
                <a:moveTo>
                  <a:pt x="1088" y="0"/>
                </a:moveTo>
                <a:lnTo>
                  <a:pt x="1995" y="0"/>
                </a:lnTo>
                <a:lnTo>
                  <a:pt x="2177" y="267"/>
                </a:lnTo>
                <a:lnTo>
                  <a:pt x="1088" y="267"/>
                </a:lnTo>
                <a:lnTo>
                  <a:pt x="0" y="267"/>
                </a:lnTo>
                <a:lnTo>
                  <a:pt x="181" y="0"/>
                </a:lnTo>
                <a:lnTo>
                  <a:pt x="1088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58" name="Freeform 9"/>
          <p:cNvSpPr>
            <a:spLocks/>
          </p:cNvSpPr>
          <p:nvPr/>
        </p:nvSpPr>
        <p:spPr bwMode="auto">
          <a:xfrm>
            <a:off x="3906043" y="4882322"/>
            <a:ext cx="4378325" cy="731838"/>
          </a:xfrm>
          <a:custGeom>
            <a:avLst/>
            <a:gdLst>
              <a:gd name="T0" fmla="*/ 1379 w 2758"/>
              <a:gd name="T1" fmla="*/ 0 h 461"/>
              <a:gd name="T2" fmla="*/ 2553 w 2758"/>
              <a:gd name="T3" fmla="*/ 0 h 461"/>
              <a:gd name="T4" fmla="*/ 2758 w 2758"/>
              <a:gd name="T5" fmla="*/ 315 h 461"/>
              <a:gd name="T6" fmla="*/ 2468 w 2758"/>
              <a:gd name="T7" fmla="*/ 461 h 461"/>
              <a:gd name="T8" fmla="*/ 1379 w 2758"/>
              <a:gd name="T9" fmla="*/ 461 h 461"/>
              <a:gd name="T10" fmla="*/ 291 w 2758"/>
              <a:gd name="T11" fmla="*/ 461 h 461"/>
              <a:gd name="T12" fmla="*/ 0 w 2758"/>
              <a:gd name="T13" fmla="*/ 315 h 461"/>
              <a:gd name="T14" fmla="*/ 206 w 2758"/>
              <a:gd name="T15" fmla="*/ 0 h 461"/>
              <a:gd name="T16" fmla="*/ 1379 w 2758"/>
              <a:gd name="T17" fmla="*/ 0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58" h="461">
                <a:moveTo>
                  <a:pt x="1379" y="0"/>
                </a:moveTo>
                <a:lnTo>
                  <a:pt x="2553" y="0"/>
                </a:lnTo>
                <a:lnTo>
                  <a:pt x="2758" y="315"/>
                </a:lnTo>
                <a:lnTo>
                  <a:pt x="2468" y="461"/>
                </a:lnTo>
                <a:lnTo>
                  <a:pt x="1379" y="461"/>
                </a:lnTo>
                <a:lnTo>
                  <a:pt x="291" y="461"/>
                </a:lnTo>
                <a:lnTo>
                  <a:pt x="0" y="315"/>
                </a:lnTo>
                <a:lnTo>
                  <a:pt x="206" y="0"/>
                </a:lnTo>
                <a:lnTo>
                  <a:pt x="1379" y="0"/>
                </a:lnTo>
                <a:close/>
              </a:path>
            </a:pathLst>
          </a:custGeom>
          <a:pattFill prst="wdUpDiag">
            <a:fgClr>
              <a:schemeClr val="bg1">
                <a:lumMod val="65000"/>
              </a:schemeClr>
            </a:fgClr>
            <a:bgClr>
              <a:schemeClr val="bg1"/>
            </a:bgClr>
          </a:pattFill>
          <a:ln w="25400">
            <a:solidFill>
              <a:schemeClr val="accent3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 dirty="0"/>
          </a:p>
        </p:txBody>
      </p:sp>
      <p:sp>
        <p:nvSpPr>
          <p:cNvPr id="59" name="Freeform 10"/>
          <p:cNvSpPr>
            <a:spLocks/>
          </p:cNvSpPr>
          <p:nvPr/>
        </p:nvSpPr>
        <p:spPr bwMode="auto">
          <a:xfrm>
            <a:off x="3906043" y="4882322"/>
            <a:ext cx="4378325" cy="500063"/>
          </a:xfrm>
          <a:custGeom>
            <a:avLst/>
            <a:gdLst>
              <a:gd name="T0" fmla="*/ 1379 w 2758"/>
              <a:gd name="T1" fmla="*/ 0 h 315"/>
              <a:gd name="T2" fmla="*/ 2553 w 2758"/>
              <a:gd name="T3" fmla="*/ 0 h 315"/>
              <a:gd name="T4" fmla="*/ 2758 w 2758"/>
              <a:gd name="T5" fmla="*/ 315 h 315"/>
              <a:gd name="T6" fmla="*/ 1379 w 2758"/>
              <a:gd name="T7" fmla="*/ 315 h 315"/>
              <a:gd name="T8" fmla="*/ 0 w 2758"/>
              <a:gd name="T9" fmla="*/ 315 h 315"/>
              <a:gd name="T10" fmla="*/ 206 w 2758"/>
              <a:gd name="T11" fmla="*/ 0 h 315"/>
              <a:gd name="T12" fmla="*/ 1379 w 2758"/>
              <a:gd name="T13" fmla="*/ 0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58" h="315">
                <a:moveTo>
                  <a:pt x="1379" y="0"/>
                </a:moveTo>
                <a:lnTo>
                  <a:pt x="2553" y="0"/>
                </a:lnTo>
                <a:lnTo>
                  <a:pt x="2758" y="315"/>
                </a:lnTo>
                <a:lnTo>
                  <a:pt x="1379" y="315"/>
                </a:lnTo>
                <a:lnTo>
                  <a:pt x="0" y="315"/>
                </a:lnTo>
                <a:lnTo>
                  <a:pt x="206" y="0"/>
                </a:lnTo>
                <a:lnTo>
                  <a:pt x="1379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accent3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60" name="Oval 20"/>
          <p:cNvSpPr/>
          <p:nvPr/>
        </p:nvSpPr>
        <p:spPr>
          <a:xfrm>
            <a:off x="5933967" y="3031669"/>
            <a:ext cx="343116" cy="343114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smtClean="0">
                <a:solidFill>
                  <a:srgbClr val="FFFFFF"/>
                </a:solidFill>
              </a:rPr>
              <a:t>01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61" name="Oval 21"/>
          <p:cNvSpPr/>
          <p:nvPr/>
        </p:nvSpPr>
        <p:spPr>
          <a:xfrm>
            <a:off x="5933967" y="4307433"/>
            <a:ext cx="343116" cy="343114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 smtClean="0">
                <a:solidFill>
                  <a:srgbClr val="FFFFFF"/>
                </a:solidFill>
              </a:rPr>
              <a:t>02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62" name="Oval 22"/>
          <p:cNvSpPr/>
          <p:nvPr/>
        </p:nvSpPr>
        <p:spPr>
          <a:xfrm>
            <a:off x="5933967" y="4948313"/>
            <a:ext cx="343116" cy="343114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 smtClean="0">
                <a:solidFill>
                  <a:srgbClr val="FFFFFF"/>
                </a:solidFill>
              </a:rPr>
              <a:t>03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556799" y="2914818"/>
            <a:ext cx="3568593" cy="7602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ЗАГОЛОВОК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Пояснения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46331" y="4853952"/>
            <a:ext cx="2845792" cy="7602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ЗАГОЛОВОК</a:t>
            </a:r>
            <a:endParaRPr lang="en-US" sz="16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Пояснения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86710" y="4171809"/>
            <a:ext cx="2379062" cy="76020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ЗАГОЛОВОК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r">
              <a:lnSpc>
                <a:spcPct val="120000"/>
              </a:lnSpc>
              <a:spcBef>
                <a:spcPts val="600"/>
              </a:spcBef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Пояснения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24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857250" y="1207880"/>
            <a:ext cx="3695700" cy="2644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i="0" dirty="0" smtClean="0">
                <a:latin typeface="+mn-lt"/>
              </a:rPr>
              <a:t>Текст слайда, данные и полезная информация.</a:t>
            </a:r>
            <a:r>
              <a:rPr lang="ru-RU" sz="1600" i="0" dirty="0">
                <a:latin typeface="+mn-lt"/>
              </a:rPr>
              <a:t> Текст слайда, данные и полезная информация.</a:t>
            </a:r>
            <a:endParaRPr lang="en-US" sz="1600" i="0" dirty="0">
              <a:latin typeface="+mn-lt"/>
            </a:endParaRPr>
          </a:p>
          <a:p>
            <a:pPr marL="0" indent="0">
              <a:buNone/>
            </a:pPr>
            <a:endParaRPr lang="en-US" sz="1600" i="0" dirty="0">
              <a:latin typeface="+mn-lt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sp>
        <p:nvSpPr>
          <p:cNvPr id="22" name="Pie 3"/>
          <p:cNvSpPr/>
          <p:nvPr/>
        </p:nvSpPr>
        <p:spPr>
          <a:xfrm rot="13500000" flipH="1">
            <a:off x="4386736" y="3071636"/>
            <a:ext cx="1990980" cy="1990982"/>
          </a:xfrm>
          <a:prstGeom prst="pie">
            <a:avLst>
              <a:gd name="adj1" fmla="val 10799998"/>
              <a:gd name="adj2" fmla="val 530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99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Oval 4"/>
          <p:cNvSpPr/>
          <p:nvPr/>
        </p:nvSpPr>
        <p:spPr>
          <a:xfrm>
            <a:off x="4373327" y="3069562"/>
            <a:ext cx="1995134" cy="1995130"/>
          </a:xfrm>
          <a:prstGeom prst="ellipse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81363" y="5341394"/>
            <a:ext cx="2379062" cy="9448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b="1" dirty="0" smtClean="0">
                <a:solidFill>
                  <a:srgbClr val="0F6FC6"/>
                </a:solidFill>
              </a:rPr>
              <a:t>ЗАГОЛОВОК</a:t>
            </a:r>
            <a:endParaRPr lang="en-US" sz="1400" b="1" dirty="0" smtClean="0">
              <a:solidFill>
                <a:srgbClr val="0F6FC6"/>
              </a:solidFill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пояснения. Данные, иная важная информация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Pie 7"/>
          <p:cNvSpPr/>
          <p:nvPr/>
        </p:nvSpPr>
        <p:spPr>
          <a:xfrm rot="13500000" flipH="1">
            <a:off x="5949664" y="3071637"/>
            <a:ext cx="1990980" cy="1990982"/>
          </a:xfrm>
          <a:prstGeom prst="pie">
            <a:avLst>
              <a:gd name="adj1" fmla="val 10799998"/>
              <a:gd name="adj2" fmla="val 5307"/>
            </a:avLst>
          </a:prstGeom>
          <a:gradFill>
            <a:gsLst>
              <a:gs pos="0">
                <a:schemeClr val="accent2">
                  <a:alpha val="20000"/>
                </a:schemeClr>
              </a:gs>
              <a:gs pos="99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Oval 8"/>
          <p:cNvSpPr/>
          <p:nvPr/>
        </p:nvSpPr>
        <p:spPr>
          <a:xfrm>
            <a:off x="5936255" y="3069563"/>
            <a:ext cx="1995134" cy="1995130"/>
          </a:xfrm>
          <a:prstGeom prst="ellipse">
            <a:avLst/>
          </a:prstGeom>
          <a:noFill/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Pie 9"/>
          <p:cNvSpPr/>
          <p:nvPr/>
        </p:nvSpPr>
        <p:spPr>
          <a:xfrm rot="13500000" flipH="1">
            <a:off x="7560851" y="3071638"/>
            <a:ext cx="1990980" cy="1990982"/>
          </a:xfrm>
          <a:prstGeom prst="pie">
            <a:avLst>
              <a:gd name="adj1" fmla="val 10799998"/>
              <a:gd name="adj2" fmla="val 5307"/>
            </a:avLst>
          </a:prstGeom>
          <a:gradFill>
            <a:gsLst>
              <a:gs pos="0">
                <a:schemeClr val="accent3">
                  <a:alpha val="20000"/>
                </a:schemeClr>
              </a:gs>
              <a:gs pos="99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Oval 10"/>
          <p:cNvSpPr/>
          <p:nvPr/>
        </p:nvSpPr>
        <p:spPr>
          <a:xfrm>
            <a:off x="7547442" y="3069564"/>
            <a:ext cx="1995134" cy="1995130"/>
          </a:xfrm>
          <a:prstGeom prst="ellipse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Pie 11"/>
          <p:cNvSpPr/>
          <p:nvPr/>
        </p:nvSpPr>
        <p:spPr>
          <a:xfrm rot="13500000" flipH="1">
            <a:off x="9188797" y="3071638"/>
            <a:ext cx="1990980" cy="1990982"/>
          </a:xfrm>
          <a:prstGeom prst="pie">
            <a:avLst>
              <a:gd name="adj1" fmla="val 10799998"/>
              <a:gd name="adj2" fmla="val 5307"/>
            </a:avLst>
          </a:prstGeom>
          <a:gradFill>
            <a:gsLst>
              <a:gs pos="0">
                <a:schemeClr val="accent4">
                  <a:alpha val="20000"/>
                </a:schemeClr>
              </a:gs>
              <a:gs pos="99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Oval 12"/>
          <p:cNvSpPr/>
          <p:nvPr/>
        </p:nvSpPr>
        <p:spPr>
          <a:xfrm>
            <a:off x="9175388" y="3069564"/>
            <a:ext cx="1995134" cy="1995130"/>
          </a:xfrm>
          <a:prstGeom prst="ellipse">
            <a:avLst/>
          </a:prstGeom>
          <a:noFill/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Freeform 851"/>
          <p:cNvSpPr>
            <a:spLocks noEditPoints="1"/>
          </p:cNvSpPr>
          <p:nvPr/>
        </p:nvSpPr>
        <p:spPr bwMode="auto">
          <a:xfrm>
            <a:off x="10020017" y="3853638"/>
            <a:ext cx="328539" cy="376247"/>
          </a:xfrm>
          <a:custGeom>
            <a:avLst/>
            <a:gdLst>
              <a:gd name="T0" fmla="*/ 119 w 141"/>
              <a:gd name="T1" fmla="*/ 84 h 160"/>
              <a:gd name="T2" fmla="*/ 95 w 141"/>
              <a:gd name="T3" fmla="*/ 20 h 160"/>
              <a:gd name="T4" fmla="*/ 84 w 141"/>
              <a:gd name="T5" fmla="*/ 15 h 160"/>
              <a:gd name="T6" fmla="*/ 55 w 141"/>
              <a:gd name="T7" fmla="*/ 15 h 160"/>
              <a:gd name="T8" fmla="*/ 46 w 141"/>
              <a:gd name="T9" fmla="*/ 20 h 160"/>
              <a:gd name="T10" fmla="*/ 20 w 141"/>
              <a:gd name="T11" fmla="*/ 84 h 160"/>
              <a:gd name="T12" fmla="*/ 0 w 141"/>
              <a:gd name="T13" fmla="*/ 135 h 160"/>
              <a:gd name="T14" fmla="*/ 30 w 141"/>
              <a:gd name="T15" fmla="*/ 141 h 160"/>
              <a:gd name="T16" fmla="*/ 70 w 141"/>
              <a:gd name="T17" fmla="*/ 160 h 160"/>
              <a:gd name="T18" fmla="*/ 111 w 141"/>
              <a:gd name="T19" fmla="*/ 141 h 160"/>
              <a:gd name="T20" fmla="*/ 140 w 141"/>
              <a:gd name="T21" fmla="*/ 135 h 160"/>
              <a:gd name="T22" fmla="*/ 61 w 141"/>
              <a:gd name="T23" fmla="*/ 15 h 160"/>
              <a:gd name="T24" fmla="*/ 79 w 141"/>
              <a:gd name="T25" fmla="*/ 15 h 160"/>
              <a:gd name="T26" fmla="*/ 61 w 141"/>
              <a:gd name="T27" fmla="*/ 15 h 160"/>
              <a:gd name="T28" fmla="*/ 52 w 141"/>
              <a:gd name="T29" fmla="*/ 145 h 160"/>
              <a:gd name="T30" fmla="*/ 89 w 141"/>
              <a:gd name="T31" fmla="*/ 145 h 160"/>
              <a:gd name="T32" fmla="*/ 110 w 141"/>
              <a:gd name="T33" fmla="*/ 136 h 160"/>
              <a:gd name="T34" fmla="*/ 94 w 141"/>
              <a:gd name="T35" fmla="*/ 138 h 160"/>
              <a:gd name="T36" fmla="*/ 88 w 141"/>
              <a:gd name="T37" fmla="*/ 139 h 160"/>
              <a:gd name="T38" fmla="*/ 81 w 141"/>
              <a:gd name="T39" fmla="*/ 139 h 160"/>
              <a:gd name="T40" fmla="*/ 76 w 141"/>
              <a:gd name="T41" fmla="*/ 140 h 160"/>
              <a:gd name="T42" fmla="*/ 64 w 141"/>
              <a:gd name="T43" fmla="*/ 140 h 160"/>
              <a:gd name="T44" fmla="*/ 58 w 141"/>
              <a:gd name="T45" fmla="*/ 139 h 160"/>
              <a:gd name="T46" fmla="*/ 53 w 141"/>
              <a:gd name="T47" fmla="*/ 139 h 160"/>
              <a:gd name="T48" fmla="*/ 47 w 141"/>
              <a:gd name="T49" fmla="*/ 138 h 160"/>
              <a:gd name="T50" fmla="*/ 9 w 141"/>
              <a:gd name="T51" fmla="*/ 132 h 160"/>
              <a:gd name="T52" fmla="*/ 26 w 141"/>
              <a:gd name="T53" fmla="*/ 58 h 160"/>
              <a:gd name="T54" fmla="*/ 59 w 141"/>
              <a:gd name="T55" fmla="*/ 22 h 160"/>
              <a:gd name="T56" fmla="*/ 81 w 141"/>
              <a:gd name="T57" fmla="*/ 21 h 160"/>
              <a:gd name="T58" fmla="*/ 92 w 141"/>
              <a:gd name="T59" fmla="*/ 25 h 160"/>
              <a:gd name="T60" fmla="*/ 114 w 141"/>
              <a:gd name="T61" fmla="*/ 84 h 160"/>
              <a:gd name="T62" fmla="*/ 110 w 141"/>
              <a:gd name="T63" fmla="*/ 136 h 160"/>
              <a:gd name="T64" fmla="*/ 86 w 141"/>
              <a:gd name="T65" fmla="*/ 38 h 160"/>
              <a:gd name="T66" fmla="*/ 41 w 141"/>
              <a:gd name="T67" fmla="*/ 58 h 160"/>
              <a:gd name="T68" fmla="*/ 38 w 141"/>
              <a:gd name="T69" fmla="*/ 61 h 160"/>
              <a:gd name="T70" fmla="*/ 52 w 141"/>
              <a:gd name="T71" fmla="*/ 33 h 160"/>
              <a:gd name="T72" fmla="*/ 90 w 141"/>
              <a:gd name="T73" fmla="*/ 37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1" h="160">
                <a:moveTo>
                  <a:pt x="140" y="132"/>
                </a:moveTo>
                <a:cubicBezTo>
                  <a:pt x="126" y="118"/>
                  <a:pt x="119" y="102"/>
                  <a:pt x="119" y="84"/>
                </a:cubicBezTo>
                <a:cubicBezTo>
                  <a:pt x="119" y="58"/>
                  <a:pt x="119" y="58"/>
                  <a:pt x="119" y="58"/>
                </a:cubicBezTo>
                <a:cubicBezTo>
                  <a:pt x="119" y="38"/>
                  <a:pt x="106" y="25"/>
                  <a:pt x="95" y="20"/>
                </a:cubicBezTo>
                <a:cubicBezTo>
                  <a:pt x="91" y="18"/>
                  <a:pt x="88" y="17"/>
                  <a:pt x="84" y="16"/>
                </a:cubicBezTo>
                <a:cubicBezTo>
                  <a:pt x="84" y="15"/>
                  <a:pt x="84" y="15"/>
                  <a:pt x="84" y="15"/>
                </a:cubicBezTo>
                <a:cubicBezTo>
                  <a:pt x="84" y="7"/>
                  <a:pt x="78" y="0"/>
                  <a:pt x="70" y="0"/>
                </a:cubicBezTo>
                <a:cubicBezTo>
                  <a:pt x="62" y="0"/>
                  <a:pt x="55" y="7"/>
                  <a:pt x="55" y="15"/>
                </a:cubicBezTo>
                <a:cubicBezTo>
                  <a:pt x="55" y="16"/>
                  <a:pt x="55" y="16"/>
                  <a:pt x="55" y="16"/>
                </a:cubicBezTo>
                <a:cubicBezTo>
                  <a:pt x="52" y="17"/>
                  <a:pt x="49" y="18"/>
                  <a:pt x="46" y="20"/>
                </a:cubicBezTo>
                <a:cubicBezTo>
                  <a:pt x="33" y="26"/>
                  <a:pt x="20" y="40"/>
                  <a:pt x="20" y="58"/>
                </a:cubicBezTo>
                <a:cubicBezTo>
                  <a:pt x="20" y="84"/>
                  <a:pt x="20" y="84"/>
                  <a:pt x="20" y="84"/>
                </a:cubicBezTo>
                <a:cubicBezTo>
                  <a:pt x="20" y="103"/>
                  <a:pt x="14" y="119"/>
                  <a:pt x="1" y="132"/>
                </a:cubicBezTo>
                <a:cubicBezTo>
                  <a:pt x="0" y="133"/>
                  <a:pt x="0" y="134"/>
                  <a:pt x="0" y="135"/>
                </a:cubicBezTo>
                <a:cubicBezTo>
                  <a:pt x="0" y="136"/>
                  <a:pt x="1" y="137"/>
                  <a:pt x="2" y="137"/>
                </a:cubicBezTo>
                <a:cubicBezTo>
                  <a:pt x="30" y="141"/>
                  <a:pt x="30" y="141"/>
                  <a:pt x="30" y="141"/>
                </a:cubicBezTo>
                <a:cubicBezTo>
                  <a:pt x="35" y="142"/>
                  <a:pt x="40" y="143"/>
                  <a:pt x="44" y="144"/>
                </a:cubicBezTo>
                <a:cubicBezTo>
                  <a:pt x="49" y="154"/>
                  <a:pt x="59" y="160"/>
                  <a:pt x="70" y="160"/>
                </a:cubicBezTo>
                <a:cubicBezTo>
                  <a:pt x="81" y="160"/>
                  <a:pt x="91" y="154"/>
                  <a:pt x="96" y="144"/>
                </a:cubicBezTo>
                <a:cubicBezTo>
                  <a:pt x="101" y="143"/>
                  <a:pt x="105" y="142"/>
                  <a:pt x="111" y="141"/>
                </a:cubicBezTo>
                <a:cubicBezTo>
                  <a:pt x="138" y="137"/>
                  <a:pt x="138" y="137"/>
                  <a:pt x="138" y="137"/>
                </a:cubicBezTo>
                <a:cubicBezTo>
                  <a:pt x="139" y="137"/>
                  <a:pt x="140" y="136"/>
                  <a:pt x="140" y="135"/>
                </a:cubicBezTo>
                <a:cubicBezTo>
                  <a:pt x="141" y="134"/>
                  <a:pt x="141" y="133"/>
                  <a:pt x="140" y="132"/>
                </a:cubicBezTo>
                <a:close/>
                <a:moveTo>
                  <a:pt x="61" y="15"/>
                </a:moveTo>
                <a:cubicBezTo>
                  <a:pt x="61" y="10"/>
                  <a:pt x="65" y="6"/>
                  <a:pt x="70" y="6"/>
                </a:cubicBezTo>
                <a:cubicBezTo>
                  <a:pt x="75" y="6"/>
                  <a:pt x="79" y="10"/>
                  <a:pt x="79" y="15"/>
                </a:cubicBezTo>
                <a:cubicBezTo>
                  <a:pt x="79" y="15"/>
                  <a:pt x="79" y="15"/>
                  <a:pt x="79" y="15"/>
                </a:cubicBezTo>
                <a:cubicBezTo>
                  <a:pt x="73" y="14"/>
                  <a:pt x="67" y="14"/>
                  <a:pt x="61" y="15"/>
                </a:cubicBezTo>
                <a:close/>
                <a:moveTo>
                  <a:pt x="70" y="154"/>
                </a:moveTo>
                <a:cubicBezTo>
                  <a:pt x="63" y="154"/>
                  <a:pt x="56" y="151"/>
                  <a:pt x="52" y="145"/>
                </a:cubicBezTo>
                <a:cubicBezTo>
                  <a:pt x="58" y="145"/>
                  <a:pt x="64" y="146"/>
                  <a:pt x="70" y="146"/>
                </a:cubicBezTo>
                <a:cubicBezTo>
                  <a:pt x="76" y="146"/>
                  <a:pt x="82" y="145"/>
                  <a:pt x="89" y="145"/>
                </a:cubicBezTo>
                <a:cubicBezTo>
                  <a:pt x="85" y="151"/>
                  <a:pt x="78" y="154"/>
                  <a:pt x="70" y="154"/>
                </a:cubicBezTo>
                <a:close/>
                <a:moveTo>
                  <a:pt x="110" y="136"/>
                </a:moveTo>
                <a:cubicBezTo>
                  <a:pt x="104" y="137"/>
                  <a:pt x="99" y="137"/>
                  <a:pt x="94" y="138"/>
                </a:cubicBezTo>
                <a:cubicBezTo>
                  <a:pt x="94" y="138"/>
                  <a:pt x="94" y="138"/>
                  <a:pt x="94" y="138"/>
                </a:cubicBezTo>
                <a:cubicBezTo>
                  <a:pt x="92" y="138"/>
                  <a:pt x="90" y="139"/>
                  <a:pt x="88" y="139"/>
                </a:cubicBezTo>
                <a:cubicBezTo>
                  <a:pt x="88" y="139"/>
                  <a:pt x="88" y="139"/>
                  <a:pt x="88" y="139"/>
                </a:cubicBezTo>
                <a:cubicBezTo>
                  <a:pt x="86" y="139"/>
                  <a:pt x="84" y="139"/>
                  <a:pt x="82" y="139"/>
                </a:cubicBezTo>
                <a:cubicBezTo>
                  <a:pt x="82" y="139"/>
                  <a:pt x="82" y="139"/>
                  <a:pt x="81" y="139"/>
                </a:cubicBezTo>
                <a:cubicBezTo>
                  <a:pt x="80" y="139"/>
                  <a:pt x="78" y="140"/>
                  <a:pt x="77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72" y="140"/>
                  <a:pt x="69" y="140"/>
                  <a:pt x="65" y="140"/>
                </a:cubicBezTo>
                <a:cubicBezTo>
                  <a:pt x="65" y="140"/>
                  <a:pt x="64" y="140"/>
                  <a:pt x="64" y="140"/>
                </a:cubicBezTo>
                <a:cubicBezTo>
                  <a:pt x="62" y="140"/>
                  <a:pt x="61" y="139"/>
                  <a:pt x="59" y="139"/>
                </a:cubicBezTo>
                <a:cubicBezTo>
                  <a:pt x="59" y="139"/>
                  <a:pt x="59" y="139"/>
                  <a:pt x="58" y="139"/>
                </a:cubicBezTo>
                <a:cubicBezTo>
                  <a:pt x="57" y="139"/>
                  <a:pt x="55" y="139"/>
                  <a:pt x="53" y="139"/>
                </a:cubicBezTo>
                <a:cubicBezTo>
                  <a:pt x="53" y="139"/>
                  <a:pt x="53" y="139"/>
                  <a:pt x="53" y="139"/>
                </a:cubicBezTo>
                <a:cubicBezTo>
                  <a:pt x="51" y="139"/>
                  <a:pt x="49" y="138"/>
                  <a:pt x="47" y="138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42" y="137"/>
                  <a:pt x="37" y="137"/>
                  <a:pt x="31" y="136"/>
                </a:cubicBezTo>
                <a:cubicBezTo>
                  <a:pt x="9" y="132"/>
                  <a:pt x="9" y="132"/>
                  <a:pt x="9" y="132"/>
                </a:cubicBezTo>
                <a:cubicBezTo>
                  <a:pt x="20" y="119"/>
                  <a:pt x="26" y="103"/>
                  <a:pt x="26" y="84"/>
                </a:cubicBezTo>
                <a:cubicBezTo>
                  <a:pt x="26" y="58"/>
                  <a:pt x="26" y="58"/>
                  <a:pt x="26" y="58"/>
                </a:cubicBezTo>
                <a:cubicBezTo>
                  <a:pt x="26" y="42"/>
                  <a:pt x="37" y="30"/>
                  <a:pt x="49" y="25"/>
                </a:cubicBezTo>
                <a:cubicBezTo>
                  <a:pt x="52" y="24"/>
                  <a:pt x="55" y="22"/>
                  <a:pt x="59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66" y="20"/>
                  <a:pt x="74" y="20"/>
                  <a:pt x="81" y="21"/>
                </a:cubicBezTo>
                <a:cubicBezTo>
                  <a:pt x="81" y="21"/>
                  <a:pt x="81" y="21"/>
                  <a:pt x="81" y="21"/>
                </a:cubicBezTo>
                <a:cubicBezTo>
                  <a:pt x="85" y="22"/>
                  <a:pt x="89" y="23"/>
                  <a:pt x="92" y="25"/>
                </a:cubicBezTo>
                <a:cubicBezTo>
                  <a:pt x="103" y="30"/>
                  <a:pt x="114" y="42"/>
                  <a:pt x="114" y="58"/>
                </a:cubicBezTo>
                <a:cubicBezTo>
                  <a:pt x="114" y="84"/>
                  <a:pt x="114" y="84"/>
                  <a:pt x="114" y="84"/>
                </a:cubicBezTo>
                <a:cubicBezTo>
                  <a:pt x="114" y="102"/>
                  <a:pt x="120" y="118"/>
                  <a:pt x="132" y="132"/>
                </a:cubicBezTo>
                <a:lnTo>
                  <a:pt x="110" y="136"/>
                </a:lnTo>
                <a:close/>
                <a:moveTo>
                  <a:pt x="90" y="37"/>
                </a:moveTo>
                <a:cubicBezTo>
                  <a:pt x="89" y="38"/>
                  <a:pt x="88" y="39"/>
                  <a:pt x="86" y="38"/>
                </a:cubicBezTo>
                <a:cubicBezTo>
                  <a:pt x="76" y="34"/>
                  <a:pt x="64" y="34"/>
                  <a:pt x="55" y="38"/>
                </a:cubicBezTo>
                <a:cubicBezTo>
                  <a:pt x="50" y="41"/>
                  <a:pt x="41" y="48"/>
                  <a:pt x="41" y="58"/>
                </a:cubicBezTo>
                <a:cubicBezTo>
                  <a:pt x="41" y="60"/>
                  <a:pt x="39" y="61"/>
                  <a:pt x="38" y="61"/>
                </a:cubicBezTo>
                <a:cubicBezTo>
                  <a:pt x="38" y="61"/>
                  <a:pt x="38" y="61"/>
                  <a:pt x="38" y="61"/>
                </a:cubicBezTo>
                <a:cubicBezTo>
                  <a:pt x="36" y="61"/>
                  <a:pt x="35" y="60"/>
                  <a:pt x="35" y="58"/>
                </a:cubicBezTo>
                <a:cubicBezTo>
                  <a:pt x="35" y="45"/>
                  <a:pt x="46" y="36"/>
                  <a:pt x="52" y="33"/>
                </a:cubicBezTo>
                <a:cubicBezTo>
                  <a:pt x="63" y="28"/>
                  <a:pt x="77" y="28"/>
                  <a:pt x="88" y="33"/>
                </a:cubicBezTo>
                <a:cubicBezTo>
                  <a:pt x="90" y="34"/>
                  <a:pt x="91" y="35"/>
                  <a:pt x="90" y="3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Freeform 1050"/>
          <p:cNvSpPr>
            <a:spLocks noEditPoints="1"/>
          </p:cNvSpPr>
          <p:nvPr/>
        </p:nvSpPr>
        <p:spPr bwMode="auto">
          <a:xfrm>
            <a:off x="5155359" y="3913817"/>
            <a:ext cx="372995" cy="338296"/>
          </a:xfrm>
          <a:custGeom>
            <a:avLst/>
            <a:gdLst>
              <a:gd name="T0" fmla="*/ 115 w 160"/>
              <a:gd name="T1" fmla="*/ 0 h 144"/>
              <a:gd name="T2" fmla="*/ 89 w 160"/>
              <a:gd name="T3" fmla="*/ 37 h 144"/>
              <a:gd name="T4" fmla="*/ 63 w 160"/>
              <a:gd name="T5" fmla="*/ 7 h 144"/>
              <a:gd name="T6" fmla="*/ 4 w 160"/>
              <a:gd name="T7" fmla="*/ 91 h 144"/>
              <a:gd name="T8" fmla="*/ 71 w 160"/>
              <a:gd name="T9" fmla="*/ 110 h 144"/>
              <a:gd name="T10" fmla="*/ 71 w 160"/>
              <a:gd name="T11" fmla="*/ 82 h 144"/>
              <a:gd name="T12" fmla="*/ 89 w 160"/>
              <a:gd name="T13" fmla="*/ 110 h 144"/>
              <a:gd name="T14" fmla="*/ 160 w 160"/>
              <a:gd name="T15" fmla="*/ 109 h 144"/>
              <a:gd name="T16" fmla="*/ 6 w 160"/>
              <a:gd name="T17" fmla="*/ 109 h 144"/>
              <a:gd name="T18" fmla="*/ 12 w 160"/>
              <a:gd name="T19" fmla="*/ 90 h 144"/>
              <a:gd name="T20" fmla="*/ 20 w 160"/>
              <a:gd name="T21" fmla="*/ 83 h 144"/>
              <a:gd name="T22" fmla="*/ 28 w 160"/>
              <a:gd name="T23" fmla="*/ 80 h 144"/>
              <a:gd name="T24" fmla="*/ 36 w 160"/>
              <a:gd name="T25" fmla="*/ 79 h 144"/>
              <a:gd name="T26" fmla="*/ 65 w 160"/>
              <a:gd name="T27" fmla="*/ 110 h 144"/>
              <a:gd name="T28" fmla="*/ 63 w 160"/>
              <a:gd name="T29" fmla="*/ 86 h 144"/>
              <a:gd name="T30" fmla="*/ 59 w 160"/>
              <a:gd name="T31" fmla="*/ 82 h 144"/>
              <a:gd name="T32" fmla="*/ 53 w 160"/>
              <a:gd name="T33" fmla="*/ 78 h 144"/>
              <a:gd name="T34" fmla="*/ 48 w 160"/>
              <a:gd name="T35" fmla="*/ 75 h 144"/>
              <a:gd name="T36" fmla="*/ 41 w 160"/>
              <a:gd name="T37" fmla="*/ 73 h 144"/>
              <a:gd name="T38" fmla="*/ 32 w 160"/>
              <a:gd name="T39" fmla="*/ 73 h 144"/>
              <a:gd name="T40" fmla="*/ 27 w 160"/>
              <a:gd name="T41" fmla="*/ 74 h 144"/>
              <a:gd name="T42" fmla="*/ 23 w 160"/>
              <a:gd name="T43" fmla="*/ 75 h 144"/>
              <a:gd name="T44" fmla="*/ 18 w 160"/>
              <a:gd name="T45" fmla="*/ 78 h 144"/>
              <a:gd name="T46" fmla="*/ 15 w 160"/>
              <a:gd name="T47" fmla="*/ 80 h 144"/>
              <a:gd name="T48" fmla="*/ 45 w 160"/>
              <a:gd name="T49" fmla="*/ 6 h 144"/>
              <a:gd name="T50" fmla="*/ 65 w 160"/>
              <a:gd name="T51" fmla="*/ 40 h 144"/>
              <a:gd name="T52" fmla="*/ 65 w 160"/>
              <a:gd name="T53" fmla="*/ 89 h 144"/>
              <a:gd name="T54" fmla="*/ 71 w 160"/>
              <a:gd name="T55" fmla="*/ 43 h 144"/>
              <a:gd name="T56" fmla="*/ 71 w 160"/>
              <a:gd name="T57" fmla="*/ 76 h 144"/>
              <a:gd name="T58" fmla="*/ 95 w 160"/>
              <a:gd name="T59" fmla="*/ 40 h 144"/>
              <a:gd name="T60" fmla="*/ 114 w 160"/>
              <a:gd name="T61" fmla="*/ 6 h 144"/>
              <a:gd name="T62" fmla="*/ 147 w 160"/>
              <a:gd name="T63" fmla="*/ 81 h 144"/>
              <a:gd name="T64" fmla="*/ 140 w 160"/>
              <a:gd name="T65" fmla="*/ 77 h 144"/>
              <a:gd name="T66" fmla="*/ 136 w 160"/>
              <a:gd name="T67" fmla="*/ 75 h 144"/>
              <a:gd name="T68" fmla="*/ 131 w 160"/>
              <a:gd name="T69" fmla="*/ 74 h 144"/>
              <a:gd name="T70" fmla="*/ 124 w 160"/>
              <a:gd name="T71" fmla="*/ 73 h 144"/>
              <a:gd name="T72" fmla="*/ 116 w 160"/>
              <a:gd name="T73" fmla="*/ 74 h 144"/>
              <a:gd name="T74" fmla="*/ 111 w 160"/>
              <a:gd name="T75" fmla="*/ 76 h 144"/>
              <a:gd name="T76" fmla="*/ 104 w 160"/>
              <a:gd name="T77" fmla="*/ 79 h 144"/>
              <a:gd name="T78" fmla="*/ 100 w 160"/>
              <a:gd name="T79" fmla="*/ 83 h 144"/>
              <a:gd name="T80" fmla="*/ 95 w 160"/>
              <a:gd name="T81" fmla="*/ 89 h 144"/>
              <a:gd name="T82" fmla="*/ 95 w 160"/>
              <a:gd name="T83" fmla="*/ 110 h 144"/>
              <a:gd name="T84" fmla="*/ 95 w 160"/>
              <a:gd name="T85" fmla="*/ 109 h 144"/>
              <a:gd name="T86" fmla="*/ 129 w 160"/>
              <a:gd name="T87" fmla="*/ 79 h 144"/>
              <a:gd name="T88" fmla="*/ 139 w 160"/>
              <a:gd name="T89" fmla="*/ 83 h 144"/>
              <a:gd name="T90" fmla="*/ 143 w 160"/>
              <a:gd name="T91" fmla="*/ 85 h 144"/>
              <a:gd name="T92" fmla="*/ 150 w 160"/>
              <a:gd name="T93" fmla="*/ 9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0" h="144">
                <a:moveTo>
                  <a:pt x="156" y="91"/>
                </a:moveTo>
                <a:cubicBezTo>
                  <a:pt x="138" y="20"/>
                  <a:pt x="138" y="20"/>
                  <a:pt x="138" y="20"/>
                </a:cubicBezTo>
                <a:cubicBezTo>
                  <a:pt x="135" y="9"/>
                  <a:pt x="126" y="1"/>
                  <a:pt x="115" y="0"/>
                </a:cubicBezTo>
                <a:cubicBezTo>
                  <a:pt x="108" y="0"/>
                  <a:pt x="102" y="2"/>
                  <a:pt x="97" y="7"/>
                </a:cubicBezTo>
                <a:cubicBezTo>
                  <a:pt x="92" y="12"/>
                  <a:pt x="89" y="18"/>
                  <a:pt x="89" y="25"/>
                </a:cubicBezTo>
                <a:cubicBezTo>
                  <a:pt x="89" y="37"/>
                  <a:pt x="89" y="37"/>
                  <a:pt x="89" y="37"/>
                </a:cubicBezTo>
                <a:cubicBezTo>
                  <a:pt x="71" y="37"/>
                  <a:pt x="71" y="37"/>
                  <a:pt x="71" y="37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18"/>
                  <a:pt x="68" y="12"/>
                  <a:pt x="63" y="7"/>
                </a:cubicBezTo>
                <a:cubicBezTo>
                  <a:pt x="58" y="2"/>
                  <a:pt x="52" y="0"/>
                  <a:pt x="45" y="0"/>
                </a:cubicBezTo>
                <a:cubicBezTo>
                  <a:pt x="34" y="1"/>
                  <a:pt x="25" y="9"/>
                  <a:pt x="22" y="20"/>
                </a:cubicBezTo>
                <a:cubicBezTo>
                  <a:pt x="4" y="91"/>
                  <a:pt x="4" y="91"/>
                  <a:pt x="4" y="91"/>
                </a:cubicBezTo>
                <a:cubicBezTo>
                  <a:pt x="2" y="97"/>
                  <a:pt x="0" y="102"/>
                  <a:pt x="0" y="109"/>
                </a:cubicBezTo>
                <a:cubicBezTo>
                  <a:pt x="0" y="128"/>
                  <a:pt x="16" y="144"/>
                  <a:pt x="36" y="144"/>
                </a:cubicBezTo>
                <a:cubicBezTo>
                  <a:pt x="55" y="144"/>
                  <a:pt x="70" y="129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09"/>
                  <a:pt x="71" y="109"/>
                  <a:pt x="71" y="109"/>
                </a:cubicBezTo>
                <a:cubicBezTo>
                  <a:pt x="71" y="82"/>
                  <a:pt x="71" y="82"/>
                  <a:pt x="71" y="82"/>
                </a:cubicBezTo>
                <a:cubicBezTo>
                  <a:pt x="89" y="82"/>
                  <a:pt x="89" y="82"/>
                  <a:pt x="89" y="82"/>
                </a:cubicBezTo>
                <a:cubicBezTo>
                  <a:pt x="89" y="109"/>
                  <a:pt x="89" y="109"/>
                  <a:pt x="89" y="109"/>
                </a:cubicBezTo>
                <a:cubicBezTo>
                  <a:pt x="89" y="110"/>
                  <a:pt x="89" y="110"/>
                  <a:pt x="89" y="110"/>
                </a:cubicBezTo>
                <a:cubicBezTo>
                  <a:pt x="89" y="110"/>
                  <a:pt x="89" y="110"/>
                  <a:pt x="89" y="110"/>
                </a:cubicBezTo>
                <a:cubicBezTo>
                  <a:pt x="90" y="129"/>
                  <a:pt x="105" y="144"/>
                  <a:pt x="124" y="144"/>
                </a:cubicBezTo>
                <a:cubicBezTo>
                  <a:pt x="144" y="144"/>
                  <a:pt x="160" y="128"/>
                  <a:pt x="160" y="109"/>
                </a:cubicBezTo>
                <a:cubicBezTo>
                  <a:pt x="160" y="102"/>
                  <a:pt x="158" y="97"/>
                  <a:pt x="156" y="91"/>
                </a:cubicBezTo>
                <a:close/>
                <a:moveTo>
                  <a:pt x="36" y="138"/>
                </a:moveTo>
                <a:cubicBezTo>
                  <a:pt x="19" y="138"/>
                  <a:pt x="6" y="125"/>
                  <a:pt x="6" y="109"/>
                </a:cubicBezTo>
                <a:cubicBezTo>
                  <a:pt x="6" y="103"/>
                  <a:pt x="7" y="98"/>
                  <a:pt x="10" y="94"/>
                </a:cubicBezTo>
                <a:cubicBezTo>
                  <a:pt x="10" y="93"/>
                  <a:pt x="11" y="92"/>
                  <a:pt x="12" y="91"/>
                </a:cubicBezTo>
                <a:cubicBezTo>
                  <a:pt x="12" y="91"/>
                  <a:pt x="12" y="91"/>
                  <a:pt x="12" y="90"/>
                </a:cubicBezTo>
                <a:cubicBezTo>
                  <a:pt x="14" y="89"/>
                  <a:pt x="15" y="87"/>
                  <a:pt x="17" y="85"/>
                </a:cubicBezTo>
                <a:cubicBezTo>
                  <a:pt x="17" y="85"/>
                  <a:pt x="18" y="85"/>
                  <a:pt x="18" y="85"/>
                </a:cubicBezTo>
                <a:cubicBezTo>
                  <a:pt x="19" y="84"/>
                  <a:pt x="19" y="84"/>
                  <a:pt x="20" y="83"/>
                </a:cubicBezTo>
                <a:cubicBezTo>
                  <a:pt x="21" y="83"/>
                  <a:pt x="21" y="83"/>
                  <a:pt x="21" y="83"/>
                </a:cubicBezTo>
                <a:cubicBezTo>
                  <a:pt x="23" y="82"/>
                  <a:pt x="25" y="81"/>
                  <a:pt x="28" y="80"/>
                </a:cubicBezTo>
                <a:cubicBezTo>
                  <a:pt x="28" y="80"/>
                  <a:pt x="28" y="80"/>
                  <a:pt x="28" y="80"/>
                </a:cubicBezTo>
                <a:cubicBezTo>
                  <a:pt x="29" y="80"/>
                  <a:pt x="30" y="79"/>
                  <a:pt x="31" y="79"/>
                </a:cubicBezTo>
                <a:cubicBezTo>
                  <a:pt x="31" y="79"/>
                  <a:pt x="32" y="79"/>
                  <a:pt x="32" y="79"/>
                </a:cubicBezTo>
                <a:cubicBezTo>
                  <a:pt x="33" y="79"/>
                  <a:pt x="34" y="79"/>
                  <a:pt x="36" y="79"/>
                </a:cubicBezTo>
                <a:cubicBezTo>
                  <a:pt x="52" y="79"/>
                  <a:pt x="65" y="92"/>
                  <a:pt x="65" y="109"/>
                </a:cubicBezTo>
                <a:cubicBezTo>
                  <a:pt x="65" y="109"/>
                  <a:pt x="65" y="109"/>
                  <a:pt x="65" y="109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5" y="110"/>
                  <a:pt x="65" y="110"/>
                  <a:pt x="65" y="110"/>
                </a:cubicBezTo>
                <a:cubicBezTo>
                  <a:pt x="64" y="126"/>
                  <a:pt x="51" y="138"/>
                  <a:pt x="36" y="138"/>
                </a:cubicBezTo>
                <a:close/>
                <a:moveTo>
                  <a:pt x="63" y="86"/>
                </a:moveTo>
                <a:cubicBezTo>
                  <a:pt x="63" y="85"/>
                  <a:pt x="62" y="85"/>
                  <a:pt x="62" y="85"/>
                </a:cubicBezTo>
                <a:cubicBezTo>
                  <a:pt x="61" y="84"/>
                  <a:pt x="61" y="83"/>
                  <a:pt x="60" y="83"/>
                </a:cubicBezTo>
                <a:cubicBezTo>
                  <a:pt x="60" y="83"/>
                  <a:pt x="59" y="82"/>
                  <a:pt x="59" y="82"/>
                </a:cubicBezTo>
                <a:cubicBezTo>
                  <a:pt x="58" y="81"/>
                  <a:pt x="58" y="81"/>
                  <a:pt x="57" y="80"/>
                </a:cubicBezTo>
                <a:cubicBezTo>
                  <a:pt x="57" y="80"/>
                  <a:pt x="56" y="80"/>
                  <a:pt x="56" y="79"/>
                </a:cubicBezTo>
                <a:cubicBezTo>
                  <a:pt x="55" y="79"/>
                  <a:pt x="54" y="78"/>
                  <a:pt x="53" y="78"/>
                </a:cubicBezTo>
                <a:cubicBezTo>
                  <a:pt x="53" y="78"/>
                  <a:pt x="53" y="77"/>
                  <a:pt x="53" y="77"/>
                </a:cubicBezTo>
                <a:cubicBezTo>
                  <a:pt x="51" y="77"/>
                  <a:pt x="50" y="76"/>
                  <a:pt x="49" y="76"/>
                </a:cubicBezTo>
                <a:cubicBezTo>
                  <a:pt x="49" y="76"/>
                  <a:pt x="48" y="75"/>
                  <a:pt x="48" y="75"/>
                </a:cubicBezTo>
                <a:cubicBezTo>
                  <a:pt x="47" y="75"/>
                  <a:pt x="46" y="75"/>
                  <a:pt x="45" y="74"/>
                </a:cubicBezTo>
                <a:cubicBezTo>
                  <a:pt x="45" y="74"/>
                  <a:pt x="44" y="74"/>
                  <a:pt x="44" y="74"/>
                </a:cubicBezTo>
                <a:cubicBezTo>
                  <a:pt x="43" y="74"/>
                  <a:pt x="42" y="74"/>
                  <a:pt x="41" y="73"/>
                </a:cubicBezTo>
                <a:cubicBezTo>
                  <a:pt x="41" y="73"/>
                  <a:pt x="40" y="73"/>
                  <a:pt x="40" y="73"/>
                </a:cubicBezTo>
                <a:cubicBezTo>
                  <a:pt x="38" y="73"/>
                  <a:pt x="37" y="73"/>
                  <a:pt x="36" y="73"/>
                </a:cubicBezTo>
                <a:cubicBezTo>
                  <a:pt x="34" y="73"/>
                  <a:pt x="33" y="73"/>
                  <a:pt x="32" y="73"/>
                </a:cubicBezTo>
                <a:cubicBezTo>
                  <a:pt x="32" y="73"/>
                  <a:pt x="31" y="73"/>
                  <a:pt x="31" y="73"/>
                </a:cubicBezTo>
                <a:cubicBezTo>
                  <a:pt x="30" y="73"/>
                  <a:pt x="30" y="74"/>
                  <a:pt x="29" y="74"/>
                </a:cubicBezTo>
                <a:cubicBezTo>
                  <a:pt x="28" y="74"/>
                  <a:pt x="28" y="74"/>
                  <a:pt x="27" y="74"/>
                </a:cubicBezTo>
                <a:cubicBezTo>
                  <a:pt x="27" y="74"/>
                  <a:pt x="26" y="74"/>
                  <a:pt x="26" y="74"/>
                </a:cubicBezTo>
                <a:cubicBezTo>
                  <a:pt x="25" y="75"/>
                  <a:pt x="25" y="75"/>
                  <a:pt x="24" y="75"/>
                </a:cubicBezTo>
                <a:cubicBezTo>
                  <a:pt x="24" y="75"/>
                  <a:pt x="23" y="75"/>
                  <a:pt x="23" y="75"/>
                </a:cubicBezTo>
                <a:cubicBezTo>
                  <a:pt x="22" y="76"/>
                  <a:pt x="22" y="76"/>
                  <a:pt x="21" y="76"/>
                </a:cubicBezTo>
                <a:cubicBezTo>
                  <a:pt x="21" y="76"/>
                  <a:pt x="20" y="76"/>
                  <a:pt x="20" y="77"/>
                </a:cubicBezTo>
                <a:cubicBezTo>
                  <a:pt x="19" y="77"/>
                  <a:pt x="19" y="77"/>
                  <a:pt x="18" y="78"/>
                </a:cubicBezTo>
                <a:cubicBezTo>
                  <a:pt x="18" y="78"/>
                  <a:pt x="18" y="78"/>
                  <a:pt x="17" y="78"/>
                </a:cubicBezTo>
                <a:cubicBezTo>
                  <a:pt x="17" y="79"/>
                  <a:pt x="16" y="79"/>
                  <a:pt x="15" y="79"/>
                </a:cubicBezTo>
                <a:cubicBezTo>
                  <a:pt x="15" y="79"/>
                  <a:pt x="15" y="79"/>
                  <a:pt x="15" y="80"/>
                </a:cubicBezTo>
                <a:cubicBezTo>
                  <a:pt x="14" y="80"/>
                  <a:pt x="14" y="81"/>
                  <a:pt x="13" y="81"/>
                </a:cubicBezTo>
                <a:cubicBezTo>
                  <a:pt x="28" y="21"/>
                  <a:pt x="28" y="21"/>
                  <a:pt x="28" y="21"/>
                </a:cubicBezTo>
                <a:cubicBezTo>
                  <a:pt x="30" y="13"/>
                  <a:pt x="37" y="6"/>
                  <a:pt x="45" y="6"/>
                </a:cubicBezTo>
                <a:cubicBezTo>
                  <a:pt x="51" y="6"/>
                  <a:pt x="56" y="8"/>
                  <a:pt x="59" y="11"/>
                </a:cubicBezTo>
                <a:cubicBezTo>
                  <a:pt x="63" y="15"/>
                  <a:pt x="65" y="20"/>
                  <a:pt x="65" y="25"/>
                </a:cubicBezTo>
                <a:cubicBezTo>
                  <a:pt x="65" y="40"/>
                  <a:pt x="65" y="40"/>
                  <a:pt x="65" y="40"/>
                </a:cubicBezTo>
                <a:cubicBezTo>
                  <a:pt x="65" y="79"/>
                  <a:pt x="65" y="79"/>
                  <a:pt x="65" y="79"/>
                </a:cubicBezTo>
                <a:cubicBezTo>
                  <a:pt x="65" y="89"/>
                  <a:pt x="65" y="89"/>
                  <a:pt x="65" y="89"/>
                </a:cubicBezTo>
                <a:cubicBezTo>
                  <a:pt x="65" y="89"/>
                  <a:pt x="65" y="89"/>
                  <a:pt x="65" y="89"/>
                </a:cubicBezTo>
                <a:cubicBezTo>
                  <a:pt x="64" y="88"/>
                  <a:pt x="64" y="87"/>
                  <a:pt x="63" y="86"/>
                </a:cubicBezTo>
                <a:close/>
                <a:moveTo>
                  <a:pt x="71" y="76"/>
                </a:moveTo>
                <a:cubicBezTo>
                  <a:pt x="71" y="43"/>
                  <a:pt x="71" y="43"/>
                  <a:pt x="71" y="43"/>
                </a:cubicBezTo>
                <a:cubicBezTo>
                  <a:pt x="89" y="43"/>
                  <a:pt x="89" y="43"/>
                  <a:pt x="89" y="43"/>
                </a:cubicBezTo>
                <a:cubicBezTo>
                  <a:pt x="89" y="76"/>
                  <a:pt x="89" y="76"/>
                  <a:pt x="89" y="76"/>
                </a:cubicBezTo>
                <a:lnTo>
                  <a:pt x="71" y="76"/>
                </a:lnTo>
                <a:close/>
                <a:moveTo>
                  <a:pt x="95" y="89"/>
                </a:moveTo>
                <a:cubicBezTo>
                  <a:pt x="95" y="79"/>
                  <a:pt x="95" y="79"/>
                  <a:pt x="95" y="79"/>
                </a:cubicBezTo>
                <a:cubicBezTo>
                  <a:pt x="95" y="40"/>
                  <a:pt x="95" y="40"/>
                  <a:pt x="95" y="40"/>
                </a:cubicBezTo>
                <a:cubicBezTo>
                  <a:pt x="95" y="25"/>
                  <a:pt x="95" y="25"/>
                  <a:pt x="95" y="25"/>
                </a:cubicBezTo>
                <a:cubicBezTo>
                  <a:pt x="95" y="20"/>
                  <a:pt x="97" y="15"/>
                  <a:pt x="101" y="11"/>
                </a:cubicBezTo>
                <a:cubicBezTo>
                  <a:pt x="104" y="8"/>
                  <a:pt x="109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ubicBezTo>
                  <a:pt x="123" y="6"/>
                  <a:pt x="130" y="13"/>
                  <a:pt x="132" y="21"/>
                </a:cubicBezTo>
                <a:cubicBezTo>
                  <a:pt x="147" y="81"/>
                  <a:pt x="147" y="81"/>
                  <a:pt x="147" y="81"/>
                </a:cubicBezTo>
                <a:cubicBezTo>
                  <a:pt x="146" y="80"/>
                  <a:pt x="144" y="79"/>
                  <a:pt x="143" y="78"/>
                </a:cubicBezTo>
                <a:cubicBezTo>
                  <a:pt x="142" y="78"/>
                  <a:pt x="142" y="78"/>
                  <a:pt x="142" y="78"/>
                </a:cubicBezTo>
                <a:cubicBezTo>
                  <a:pt x="141" y="77"/>
                  <a:pt x="141" y="77"/>
                  <a:pt x="140" y="77"/>
                </a:cubicBezTo>
                <a:cubicBezTo>
                  <a:pt x="140" y="76"/>
                  <a:pt x="139" y="76"/>
                  <a:pt x="139" y="76"/>
                </a:cubicBezTo>
                <a:cubicBezTo>
                  <a:pt x="138" y="76"/>
                  <a:pt x="138" y="76"/>
                  <a:pt x="137" y="75"/>
                </a:cubicBezTo>
                <a:cubicBezTo>
                  <a:pt x="137" y="75"/>
                  <a:pt x="136" y="75"/>
                  <a:pt x="136" y="75"/>
                </a:cubicBezTo>
                <a:cubicBezTo>
                  <a:pt x="135" y="75"/>
                  <a:pt x="135" y="75"/>
                  <a:pt x="134" y="74"/>
                </a:cubicBezTo>
                <a:cubicBezTo>
                  <a:pt x="134" y="74"/>
                  <a:pt x="133" y="74"/>
                  <a:pt x="133" y="74"/>
                </a:cubicBezTo>
                <a:cubicBezTo>
                  <a:pt x="132" y="74"/>
                  <a:pt x="132" y="74"/>
                  <a:pt x="131" y="74"/>
                </a:cubicBezTo>
                <a:cubicBezTo>
                  <a:pt x="130" y="74"/>
                  <a:pt x="130" y="73"/>
                  <a:pt x="129" y="73"/>
                </a:cubicBezTo>
                <a:cubicBezTo>
                  <a:pt x="129" y="73"/>
                  <a:pt x="128" y="73"/>
                  <a:pt x="128" y="73"/>
                </a:cubicBezTo>
                <a:cubicBezTo>
                  <a:pt x="127" y="73"/>
                  <a:pt x="126" y="73"/>
                  <a:pt x="124" y="73"/>
                </a:cubicBezTo>
                <a:cubicBezTo>
                  <a:pt x="123" y="73"/>
                  <a:pt x="122" y="73"/>
                  <a:pt x="120" y="73"/>
                </a:cubicBezTo>
                <a:cubicBezTo>
                  <a:pt x="120" y="73"/>
                  <a:pt x="119" y="73"/>
                  <a:pt x="119" y="73"/>
                </a:cubicBezTo>
                <a:cubicBezTo>
                  <a:pt x="118" y="74"/>
                  <a:pt x="117" y="74"/>
                  <a:pt x="116" y="74"/>
                </a:cubicBezTo>
                <a:cubicBezTo>
                  <a:pt x="116" y="74"/>
                  <a:pt x="115" y="74"/>
                  <a:pt x="115" y="74"/>
                </a:cubicBezTo>
                <a:cubicBezTo>
                  <a:pt x="114" y="75"/>
                  <a:pt x="113" y="75"/>
                  <a:pt x="112" y="75"/>
                </a:cubicBezTo>
                <a:cubicBezTo>
                  <a:pt x="112" y="75"/>
                  <a:pt x="111" y="76"/>
                  <a:pt x="111" y="76"/>
                </a:cubicBezTo>
                <a:cubicBezTo>
                  <a:pt x="110" y="76"/>
                  <a:pt x="109" y="77"/>
                  <a:pt x="107" y="77"/>
                </a:cubicBezTo>
                <a:cubicBezTo>
                  <a:pt x="107" y="77"/>
                  <a:pt x="107" y="78"/>
                  <a:pt x="107" y="78"/>
                </a:cubicBezTo>
                <a:cubicBezTo>
                  <a:pt x="106" y="78"/>
                  <a:pt x="105" y="79"/>
                  <a:pt x="104" y="79"/>
                </a:cubicBezTo>
                <a:cubicBezTo>
                  <a:pt x="104" y="80"/>
                  <a:pt x="103" y="80"/>
                  <a:pt x="103" y="80"/>
                </a:cubicBezTo>
                <a:cubicBezTo>
                  <a:pt x="102" y="81"/>
                  <a:pt x="102" y="81"/>
                  <a:pt x="101" y="82"/>
                </a:cubicBezTo>
                <a:cubicBezTo>
                  <a:pt x="101" y="82"/>
                  <a:pt x="100" y="83"/>
                  <a:pt x="100" y="83"/>
                </a:cubicBezTo>
                <a:cubicBezTo>
                  <a:pt x="99" y="83"/>
                  <a:pt x="99" y="84"/>
                  <a:pt x="98" y="85"/>
                </a:cubicBezTo>
                <a:cubicBezTo>
                  <a:pt x="98" y="85"/>
                  <a:pt x="97" y="85"/>
                  <a:pt x="97" y="86"/>
                </a:cubicBezTo>
                <a:cubicBezTo>
                  <a:pt x="96" y="87"/>
                  <a:pt x="96" y="88"/>
                  <a:pt x="95" y="89"/>
                </a:cubicBezTo>
                <a:cubicBezTo>
                  <a:pt x="95" y="89"/>
                  <a:pt x="95" y="89"/>
                  <a:pt x="95" y="89"/>
                </a:cubicBezTo>
                <a:close/>
                <a:moveTo>
                  <a:pt x="124" y="138"/>
                </a:moveTo>
                <a:cubicBezTo>
                  <a:pt x="109" y="138"/>
                  <a:pt x="96" y="126"/>
                  <a:pt x="95" y="110"/>
                </a:cubicBezTo>
                <a:cubicBezTo>
                  <a:pt x="95" y="110"/>
                  <a:pt x="95" y="110"/>
                  <a:pt x="95" y="110"/>
                </a:cubicBezTo>
                <a:cubicBezTo>
                  <a:pt x="95" y="109"/>
                  <a:pt x="95" y="109"/>
                  <a:pt x="95" y="109"/>
                </a:cubicBezTo>
                <a:cubicBezTo>
                  <a:pt x="95" y="109"/>
                  <a:pt x="95" y="109"/>
                  <a:pt x="95" y="109"/>
                </a:cubicBezTo>
                <a:cubicBezTo>
                  <a:pt x="95" y="92"/>
                  <a:pt x="108" y="79"/>
                  <a:pt x="124" y="79"/>
                </a:cubicBezTo>
                <a:cubicBezTo>
                  <a:pt x="126" y="79"/>
                  <a:pt x="127" y="79"/>
                  <a:pt x="128" y="79"/>
                </a:cubicBezTo>
                <a:cubicBezTo>
                  <a:pt x="128" y="79"/>
                  <a:pt x="129" y="79"/>
                  <a:pt x="129" y="79"/>
                </a:cubicBezTo>
                <a:cubicBezTo>
                  <a:pt x="130" y="79"/>
                  <a:pt x="131" y="80"/>
                  <a:pt x="132" y="80"/>
                </a:cubicBezTo>
                <a:cubicBezTo>
                  <a:pt x="132" y="80"/>
                  <a:pt x="132" y="80"/>
                  <a:pt x="132" y="80"/>
                </a:cubicBezTo>
                <a:cubicBezTo>
                  <a:pt x="135" y="81"/>
                  <a:pt x="137" y="82"/>
                  <a:pt x="139" y="83"/>
                </a:cubicBezTo>
                <a:cubicBezTo>
                  <a:pt x="139" y="83"/>
                  <a:pt x="139" y="83"/>
                  <a:pt x="140" y="83"/>
                </a:cubicBezTo>
                <a:cubicBezTo>
                  <a:pt x="141" y="84"/>
                  <a:pt x="141" y="84"/>
                  <a:pt x="142" y="85"/>
                </a:cubicBezTo>
                <a:cubicBezTo>
                  <a:pt x="142" y="85"/>
                  <a:pt x="143" y="85"/>
                  <a:pt x="143" y="85"/>
                </a:cubicBezTo>
                <a:cubicBezTo>
                  <a:pt x="145" y="87"/>
                  <a:pt x="146" y="89"/>
                  <a:pt x="148" y="90"/>
                </a:cubicBezTo>
                <a:cubicBezTo>
                  <a:pt x="148" y="91"/>
                  <a:pt x="148" y="91"/>
                  <a:pt x="148" y="91"/>
                </a:cubicBezTo>
                <a:cubicBezTo>
                  <a:pt x="149" y="92"/>
                  <a:pt x="150" y="93"/>
                  <a:pt x="150" y="94"/>
                </a:cubicBezTo>
                <a:cubicBezTo>
                  <a:pt x="153" y="98"/>
                  <a:pt x="154" y="103"/>
                  <a:pt x="154" y="109"/>
                </a:cubicBezTo>
                <a:cubicBezTo>
                  <a:pt x="154" y="125"/>
                  <a:pt x="141" y="138"/>
                  <a:pt x="124" y="1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137"/>
          <p:cNvSpPr>
            <a:spLocks noEditPoints="1"/>
          </p:cNvSpPr>
          <p:nvPr/>
        </p:nvSpPr>
        <p:spPr bwMode="auto">
          <a:xfrm>
            <a:off x="8361954" y="3913817"/>
            <a:ext cx="372995" cy="338296"/>
          </a:xfrm>
          <a:custGeom>
            <a:avLst/>
            <a:gdLst>
              <a:gd name="T0" fmla="*/ 160 w 160"/>
              <a:gd name="T1" fmla="*/ 45 h 144"/>
              <a:gd name="T2" fmla="*/ 160 w 160"/>
              <a:gd name="T3" fmla="*/ 45 h 144"/>
              <a:gd name="T4" fmla="*/ 160 w 160"/>
              <a:gd name="T5" fmla="*/ 44 h 144"/>
              <a:gd name="T6" fmla="*/ 160 w 160"/>
              <a:gd name="T7" fmla="*/ 44 h 144"/>
              <a:gd name="T8" fmla="*/ 133 w 160"/>
              <a:gd name="T9" fmla="*/ 1 h 144"/>
              <a:gd name="T10" fmla="*/ 132 w 160"/>
              <a:gd name="T11" fmla="*/ 0 h 144"/>
              <a:gd name="T12" fmla="*/ 132 w 160"/>
              <a:gd name="T13" fmla="*/ 0 h 144"/>
              <a:gd name="T14" fmla="*/ 29 w 160"/>
              <a:gd name="T15" fmla="*/ 0 h 144"/>
              <a:gd name="T16" fmla="*/ 28 w 160"/>
              <a:gd name="T17" fmla="*/ 0 h 144"/>
              <a:gd name="T18" fmla="*/ 28 w 160"/>
              <a:gd name="T19" fmla="*/ 1 h 144"/>
              <a:gd name="T20" fmla="*/ 27 w 160"/>
              <a:gd name="T21" fmla="*/ 1 h 144"/>
              <a:gd name="T22" fmla="*/ 0 w 160"/>
              <a:gd name="T23" fmla="*/ 44 h 144"/>
              <a:gd name="T24" fmla="*/ 0 w 160"/>
              <a:gd name="T25" fmla="*/ 44 h 144"/>
              <a:gd name="T26" fmla="*/ 0 w 160"/>
              <a:gd name="T27" fmla="*/ 45 h 144"/>
              <a:gd name="T28" fmla="*/ 0 w 160"/>
              <a:gd name="T29" fmla="*/ 46 h 144"/>
              <a:gd name="T30" fmla="*/ 0 w 160"/>
              <a:gd name="T31" fmla="*/ 46 h 144"/>
              <a:gd name="T32" fmla="*/ 0 w 160"/>
              <a:gd name="T33" fmla="*/ 47 h 144"/>
              <a:gd name="T34" fmla="*/ 78 w 160"/>
              <a:gd name="T35" fmla="*/ 143 h 144"/>
              <a:gd name="T36" fmla="*/ 78 w 160"/>
              <a:gd name="T37" fmla="*/ 143 h 144"/>
              <a:gd name="T38" fmla="*/ 79 w 160"/>
              <a:gd name="T39" fmla="*/ 144 h 144"/>
              <a:gd name="T40" fmla="*/ 80 w 160"/>
              <a:gd name="T41" fmla="*/ 144 h 144"/>
              <a:gd name="T42" fmla="*/ 81 w 160"/>
              <a:gd name="T43" fmla="*/ 144 h 144"/>
              <a:gd name="T44" fmla="*/ 82 w 160"/>
              <a:gd name="T45" fmla="*/ 143 h 144"/>
              <a:gd name="T46" fmla="*/ 159 w 160"/>
              <a:gd name="T47" fmla="*/ 47 h 144"/>
              <a:gd name="T48" fmla="*/ 160 w 160"/>
              <a:gd name="T49" fmla="*/ 47 h 144"/>
              <a:gd name="T50" fmla="*/ 160 w 160"/>
              <a:gd name="T51" fmla="*/ 46 h 144"/>
              <a:gd name="T52" fmla="*/ 86 w 160"/>
              <a:gd name="T53" fmla="*/ 5 h 144"/>
              <a:gd name="T54" fmla="*/ 114 w 160"/>
              <a:gd name="T55" fmla="*/ 40 h 144"/>
              <a:gd name="T56" fmla="*/ 109 w 160"/>
              <a:gd name="T57" fmla="*/ 43 h 144"/>
              <a:gd name="T58" fmla="*/ 80 w 160"/>
              <a:gd name="T59" fmla="*/ 7 h 144"/>
              <a:gd name="T60" fmla="*/ 46 w 160"/>
              <a:gd name="T61" fmla="*/ 40 h 144"/>
              <a:gd name="T62" fmla="*/ 74 w 160"/>
              <a:gd name="T63" fmla="*/ 5 h 144"/>
              <a:gd name="T64" fmla="*/ 111 w 160"/>
              <a:gd name="T65" fmla="*/ 48 h 144"/>
              <a:gd name="T66" fmla="*/ 49 w 160"/>
              <a:gd name="T67" fmla="*/ 48 h 144"/>
              <a:gd name="T68" fmla="*/ 131 w 160"/>
              <a:gd name="T69" fmla="*/ 9 h 144"/>
              <a:gd name="T70" fmla="*/ 119 w 160"/>
              <a:gd name="T71" fmla="*/ 43 h 144"/>
              <a:gd name="T72" fmla="*/ 29 w 160"/>
              <a:gd name="T73" fmla="*/ 9 h 144"/>
              <a:gd name="T74" fmla="*/ 7 w 160"/>
              <a:gd name="T75" fmla="*/ 43 h 144"/>
              <a:gd name="T76" fmla="*/ 43 w 160"/>
              <a:gd name="T77" fmla="*/ 48 h 144"/>
              <a:gd name="T78" fmla="*/ 8 w 160"/>
              <a:gd name="T79" fmla="*/ 48 h 144"/>
              <a:gd name="T80" fmla="*/ 86 w 160"/>
              <a:gd name="T81" fmla="*/ 129 h 144"/>
              <a:gd name="T82" fmla="*/ 152 w 160"/>
              <a:gd name="T83" fmla="*/ 48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60" h="144">
                <a:moveTo>
                  <a:pt x="160" y="46"/>
                </a:moveTo>
                <a:cubicBezTo>
                  <a:pt x="160" y="46"/>
                  <a:pt x="160" y="46"/>
                  <a:pt x="160" y="45"/>
                </a:cubicBezTo>
                <a:cubicBezTo>
                  <a:pt x="160" y="45"/>
                  <a:pt x="160" y="45"/>
                  <a:pt x="160" y="45"/>
                </a:cubicBezTo>
                <a:cubicBezTo>
                  <a:pt x="160" y="45"/>
                  <a:pt x="160" y="45"/>
                  <a:pt x="160" y="45"/>
                </a:cubicBezTo>
                <a:cubicBezTo>
                  <a:pt x="160" y="45"/>
                  <a:pt x="160" y="45"/>
                  <a:pt x="160" y="44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60" y="44"/>
                  <a:pt x="160" y="44"/>
                  <a:pt x="160" y="44"/>
                </a:cubicBezTo>
                <a:cubicBezTo>
                  <a:pt x="133" y="1"/>
                  <a:pt x="133" y="1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133" y="1"/>
                  <a:pt x="133" y="1"/>
                  <a:pt x="133" y="1"/>
                </a:cubicBezTo>
                <a:cubicBezTo>
                  <a:pt x="132" y="1"/>
                  <a:pt x="132" y="0"/>
                  <a:pt x="132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8" y="0"/>
                  <a:pt x="28" y="0"/>
                  <a:pt x="28" y="1"/>
                </a:cubicBezTo>
                <a:cubicBezTo>
                  <a:pt x="28" y="1"/>
                  <a:pt x="28" y="1"/>
                  <a:pt x="28" y="1"/>
                </a:cubicBezTo>
                <a:cubicBezTo>
                  <a:pt x="27" y="1"/>
                  <a:pt x="27" y="1"/>
                  <a:pt x="27" y="1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47"/>
                  <a:pt x="0" y="47"/>
                  <a:pt x="0" y="47"/>
                </a:cubicBezTo>
                <a:cubicBezTo>
                  <a:pt x="0" y="47"/>
                  <a:pt x="0" y="47"/>
                  <a:pt x="0" y="47"/>
                </a:cubicBezTo>
                <a:cubicBezTo>
                  <a:pt x="1" y="47"/>
                  <a:pt x="1" y="47"/>
                  <a:pt x="1" y="47"/>
                </a:cubicBezTo>
                <a:cubicBezTo>
                  <a:pt x="78" y="143"/>
                  <a:pt x="78" y="143"/>
                  <a:pt x="78" y="143"/>
                </a:cubicBezTo>
                <a:cubicBezTo>
                  <a:pt x="78" y="143"/>
                  <a:pt x="78" y="143"/>
                  <a:pt x="78" y="143"/>
                </a:cubicBezTo>
                <a:cubicBezTo>
                  <a:pt x="78" y="143"/>
                  <a:pt x="78" y="143"/>
                  <a:pt x="78" y="143"/>
                </a:cubicBezTo>
                <a:cubicBezTo>
                  <a:pt x="78" y="143"/>
                  <a:pt x="78" y="143"/>
                  <a:pt x="78" y="143"/>
                </a:cubicBezTo>
                <a:cubicBezTo>
                  <a:pt x="78" y="143"/>
                  <a:pt x="78" y="144"/>
                  <a:pt x="79" y="144"/>
                </a:cubicBezTo>
                <a:cubicBezTo>
                  <a:pt x="79" y="144"/>
                  <a:pt x="79" y="144"/>
                  <a:pt x="79" y="144"/>
                </a:cubicBezTo>
                <a:cubicBezTo>
                  <a:pt x="79" y="144"/>
                  <a:pt x="80" y="144"/>
                  <a:pt x="80" y="144"/>
                </a:cubicBezTo>
                <a:cubicBezTo>
                  <a:pt x="80" y="144"/>
                  <a:pt x="81" y="144"/>
                  <a:pt x="81" y="144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1" y="144"/>
                  <a:pt x="81" y="144"/>
                  <a:pt x="81" y="144"/>
                </a:cubicBezTo>
                <a:cubicBezTo>
                  <a:pt x="82" y="143"/>
                  <a:pt x="82" y="143"/>
                  <a:pt x="82" y="143"/>
                </a:cubicBezTo>
                <a:cubicBezTo>
                  <a:pt x="82" y="143"/>
                  <a:pt x="82" y="143"/>
                  <a:pt x="82" y="143"/>
                </a:cubicBezTo>
                <a:cubicBezTo>
                  <a:pt x="159" y="47"/>
                  <a:pt x="159" y="47"/>
                  <a:pt x="159" y="47"/>
                </a:cubicBezTo>
                <a:cubicBezTo>
                  <a:pt x="159" y="47"/>
                  <a:pt x="159" y="47"/>
                  <a:pt x="160" y="47"/>
                </a:cubicBezTo>
                <a:cubicBezTo>
                  <a:pt x="160" y="47"/>
                  <a:pt x="160" y="47"/>
                  <a:pt x="160" y="47"/>
                </a:cubicBezTo>
                <a:cubicBezTo>
                  <a:pt x="160" y="47"/>
                  <a:pt x="160" y="47"/>
                  <a:pt x="160" y="46"/>
                </a:cubicBezTo>
                <a:cubicBezTo>
                  <a:pt x="160" y="46"/>
                  <a:pt x="160" y="46"/>
                  <a:pt x="160" y="46"/>
                </a:cubicBezTo>
                <a:cubicBezTo>
                  <a:pt x="160" y="46"/>
                  <a:pt x="160" y="46"/>
                  <a:pt x="160" y="46"/>
                </a:cubicBezTo>
                <a:close/>
                <a:moveTo>
                  <a:pt x="86" y="5"/>
                </a:moveTo>
                <a:cubicBezTo>
                  <a:pt x="127" y="5"/>
                  <a:pt x="127" y="5"/>
                  <a:pt x="127" y="5"/>
                </a:cubicBezTo>
                <a:cubicBezTo>
                  <a:pt x="114" y="40"/>
                  <a:pt x="114" y="40"/>
                  <a:pt x="114" y="40"/>
                </a:cubicBezTo>
                <a:lnTo>
                  <a:pt x="86" y="5"/>
                </a:lnTo>
                <a:close/>
                <a:moveTo>
                  <a:pt x="109" y="43"/>
                </a:moveTo>
                <a:cubicBezTo>
                  <a:pt x="51" y="43"/>
                  <a:pt x="51" y="43"/>
                  <a:pt x="51" y="43"/>
                </a:cubicBezTo>
                <a:cubicBezTo>
                  <a:pt x="80" y="7"/>
                  <a:pt x="80" y="7"/>
                  <a:pt x="80" y="7"/>
                </a:cubicBezTo>
                <a:lnTo>
                  <a:pt x="109" y="43"/>
                </a:lnTo>
                <a:close/>
                <a:moveTo>
                  <a:pt x="46" y="40"/>
                </a:moveTo>
                <a:cubicBezTo>
                  <a:pt x="33" y="5"/>
                  <a:pt x="33" y="5"/>
                  <a:pt x="33" y="5"/>
                </a:cubicBezTo>
                <a:cubicBezTo>
                  <a:pt x="74" y="5"/>
                  <a:pt x="74" y="5"/>
                  <a:pt x="74" y="5"/>
                </a:cubicBezTo>
                <a:lnTo>
                  <a:pt x="46" y="40"/>
                </a:lnTo>
                <a:close/>
                <a:moveTo>
                  <a:pt x="111" y="48"/>
                </a:moveTo>
                <a:cubicBezTo>
                  <a:pt x="80" y="132"/>
                  <a:pt x="80" y="132"/>
                  <a:pt x="80" y="132"/>
                </a:cubicBezTo>
                <a:cubicBezTo>
                  <a:pt x="49" y="48"/>
                  <a:pt x="49" y="48"/>
                  <a:pt x="49" y="48"/>
                </a:cubicBezTo>
                <a:lnTo>
                  <a:pt x="111" y="48"/>
                </a:lnTo>
                <a:close/>
                <a:moveTo>
                  <a:pt x="131" y="9"/>
                </a:moveTo>
                <a:cubicBezTo>
                  <a:pt x="153" y="43"/>
                  <a:pt x="153" y="43"/>
                  <a:pt x="153" y="43"/>
                </a:cubicBezTo>
                <a:cubicBezTo>
                  <a:pt x="119" y="43"/>
                  <a:pt x="119" y="43"/>
                  <a:pt x="119" y="43"/>
                </a:cubicBezTo>
                <a:lnTo>
                  <a:pt x="131" y="9"/>
                </a:lnTo>
                <a:close/>
                <a:moveTo>
                  <a:pt x="29" y="9"/>
                </a:moveTo>
                <a:cubicBezTo>
                  <a:pt x="41" y="43"/>
                  <a:pt x="41" y="43"/>
                  <a:pt x="41" y="43"/>
                </a:cubicBezTo>
                <a:cubicBezTo>
                  <a:pt x="7" y="43"/>
                  <a:pt x="7" y="43"/>
                  <a:pt x="7" y="43"/>
                </a:cubicBezTo>
                <a:lnTo>
                  <a:pt x="29" y="9"/>
                </a:lnTo>
                <a:close/>
                <a:moveTo>
                  <a:pt x="43" y="48"/>
                </a:moveTo>
                <a:cubicBezTo>
                  <a:pt x="72" y="127"/>
                  <a:pt x="72" y="127"/>
                  <a:pt x="72" y="127"/>
                </a:cubicBezTo>
                <a:cubicBezTo>
                  <a:pt x="8" y="48"/>
                  <a:pt x="8" y="48"/>
                  <a:pt x="8" y="48"/>
                </a:cubicBezTo>
                <a:lnTo>
                  <a:pt x="43" y="48"/>
                </a:lnTo>
                <a:close/>
                <a:moveTo>
                  <a:pt x="86" y="129"/>
                </a:moveTo>
                <a:cubicBezTo>
                  <a:pt x="117" y="48"/>
                  <a:pt x="117" y="48"/>
                  <a:pt x="117" y="48"/>
                </a:cubicBezTo>
                <a:cubicBezTo>
                  <a:pt x="152" y="48"/>
                  <a:pt x="152" y="48"/>
                  <a:pt x="152" y="48"/>
                </a:cubicBezTo>
                <a:lnTo>
                  <a:pt x="86" y="1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1147"/>
          <p:cNvSpPr>
            <a:spLocks noEditPoints="1"/>
          </p:cNvSpPr>
          <p:nvPr/>
        </p:nvSpPr>
        <p:spPr bwMode="auto">
          <a:xfrm>
            <a:off x="6726419" y="3891589"/>
            <a:ext cx="380584" cy="382753"/>
          </a:xfrm>
          <a:custGeom>
            <a:avLst/>
            <a:gdLst>
              <a:gd name="T0" fmla="*/ 116 w 163"/>
              <a:gd name="T1" fmla="*/ 11 h 163"/>
              <a:gd name="T2" fmla="*/ 11 w 163"/>
              <a:gd name="T3" fmla="*/ 115 h 163"/>
              <a:gd name="T4" fmla="*/ 10 w 163"/>
              <a:gd name="T5" fmla="*/ 116 h 163"/>
              <a:gd name="T6" fmla="*/ 10 w 163"/>
              <a:gd name="T7" fmla="*/ 116 h 163"/>
              <a:gd name="T8" fmla="*/ 0 w 163"/>
              <a:gd name="T9" fmla="*/ 160 h 163"/>
              <a:gd name="T10" fmla="*/ 0 w 163"/>
              <a:gd name="T11" fmla="*/ 161 h 163"/>
              <a:gd name="T12" fmla="*/ 1 w 163"/>
              <a:gd name="T13" fmla="*/ 162 h 163"/>
              <a:gd name="T14" fmla="*/ 3 w 163"/>
              <a:gd name="T15" fmla="*/ 163 h 163"/>
              <a:gd name="T16" fmla="*/ 47 w 163"/>
              <a:gd name="T17" fmla="*/ 153 h 163"/>
              <a:gd name="T18" fmla="*/ 47 w 163"/>
              <a:gd name="T19" fmla="*/ 152 h 163"/>
              <a:gd name="T20" fmla="*/ 48 w 163"/>
              <a:gd name="T21" fmla="*/ 152 h 163"/>
              <a:gd name="T22" fmla="*/ 152 w 163"/>
              <a:gd name="T23" fmla="*/ 47 h 163"/>
              <a:gd name="T24" fmla="*/ 148 w 163"/>
              <a:gd name="T25" fmla="*/ 15 h 163"/>
              <a:gd name="T26" fmla="*/ 122 w 163"/>
              <a:gd name="T27" fmla="*/ 13 h 163"/>
              <a:gd name="T28" fmla="*/ 134 w 163"/>
              <a:gd name="T29" fmla="*/ 58 h 163"/>
              <a:gd name="T30" fmla="*/ 109 w 163"/>
              <a:gd name="T31" fmla="*/ 25 h 163"/>
              <a:gd name="T32" fmla="*/ 134 w 163"/>
              <a:gd name="T33" fmla="*/ 58 h 163"/>
              <a:gd name="T34" fmla="*/ 10 w 163"/>
              <a:gd name="T35" fmla="*/ 149 h 163"/>
              <a:gd name="T36" fmla="*/ 15 w 163"/>
              <a:gd name="T37" fmla="*/ 120 h 163"/>
              <a:gd name="T38" fmla="*/ 27 w 163"/>
              <a:gd name="T39" fmla="*/ 133 h 163"/>
              <a:gd name="T40" fmla="*/ 27 w 163"/>
              <a:gd name="T41" fmla="*/ 134 h 163"/>
              <a:gd name="T42" fmla="*/ 27 w 163"/>
              <a:gd name="T43" fmla="*/ 135 h 163"/>
              <a:gd name="T44" fmla="*/ 27 w 163"/>
              <a:gd name="T45" fmla="*/ 135 h 163"/>
              <a:gd name="T46" fmla="*/ 28 w 163"/>
              <a:gd name="T47" fmla="*/ 136 h 163"/>
              <a:gd name="T48" fmla="*/ 29 w 163"/>
              <a:gd name="T49" fmla="*/ 136 h 163"/>
              <a:gd name="T50" fmla="*/ 30 w 163"/>
              <a:gd name="T51" fmla="*/ 136 h 163"/>
              <a:gd name="T52" fmla="*/ 30 w 163"/>
              <a:gd name="T53" fmla="*/ 136 h 163"/>
              <a:gd name="T54" fmla="*/ 30 w 163"/>
              <a:gd name="T55" fmla="*/ 136 h 163"/>
              <a:gd name="T56" fmla="*/ 43 w 163"/>
              <a:gd name="T57" fmla="*/ 148 h 163"/>
              <a:gd name="T58" fmla="*/ 14 w 163"/>
              <a:gd name="T59" fmla="*/ 153 h 163"/>
              <a:gd name="T60" fmla="*/ 51 w 163"/>
              <a:gd name="T61" fmla="*/ 133 h 163"/>
              <a:gd name="T62" fmla="*/ 116 w 163"/>
              <a:gd name="T63" fmla="*/ 64 h 163"/>
              <a:gd name="T64" fmla="*/ 47 w 163"/>
              <a:gd name="T65" fmla="*/ 129 h 163"/>
              <a:gd name="T66" fmla="*/ 34 w 163"/>
              <a:gd name="T67" fmla="*/ 116 h 163"/>
              <a:gd name="T68" fmla="*/ 99 w 163"/>
              <a:gd name="T69" fmla="*/ 47 h 163"/>
              <a:gd name="T70" fmla="*/ 30 w 163"/>
              <a:gd name="T71" fmla="*/ 112 h 163"/>
              <a:gd name="T72" fmla="*/ 101 w 163"/>
              <a:gd name="T73" fmla="*/ 33 h 163"/>
              <a:gd name="T74" fmla="*/ 50 w 163"/>
              <a:gd name="T75" fmla="*/ 142 h 163"/>
              <a:gd name="T76" fmla="*/ 142 w 163"/>
              <a:gd name="T77" fmla="*/ 50 h 163"/>
              <a:gd name="T78" fmla="*/ 118 w 163"/>
              <a:gd name="T79" fmla="*/ 17 h 163"/>
              <a:gd name="T80" fmla="*/ 142 w 163"/>
              <a:gd name="T81" fmla="*/ 5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63" h="163">
                <a:moveTo>
                  <a:pt x="152" y="11"/>
                </a:moveTo>
                <a:cubicBezTo>
                  <a:pt x="142" y="0"/>
                  <a:pt x="126" y="0"/>
                  <a:pt x="116" y="11"/>
                </a:cubicBezTo>
                <a:cubicBezTo>
                  <a:pt x="11" y="115"/>
                  <a:pt x="11" y="115"/>
                  <a:pt x="11" y="115"/>
                </a:cubicBezTo>
                <a:cubicBezTo>
                  <a:pt x="11" y="115"/>
                  <a:pt x="11" y="115"/>
                  <a:pt x="11" y="115"/>
                </a:cubicBezTo>
                <a:cubicBezTo>
                  <a:pt x="11" y="115"/>
                  <a:pt x="11" y="115"/>
                  <a:pt x="11" y="115"/>
                </a:cubicBezTo>
                <a:cubicBezTo>
                  <a:pt x="11" y="116"/>
                  <a:pt x="11" y="116"/>
                  <a:pt x="10" y="116"/>
                </a:cubicBezTo>
                <a:cubicBezTo>
                  <a:pt x="10" y="116"/>
                  <a:pt x="10" y="116"/>
                  <a:pt x="10" y="116"/>
                </a:cubicBezTo>
                <a:cubicBezTo>
                  <a:pt x="10" y="116"/>
                  <a:pt x="10" y="116"/>
                  <a:pt x="10" y="116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160"/>
                  <a:pt x="0" y="161"/>
                  <a:pt x="0" y="161"/>
                </a:cubicBezTo>
                <a:cubicBezTo>
                  <a:pt x="0" y="161"/>
                  <a:pt x="0" y="161"/>
                  <a:pt x="0" y="161"/>
                </a:cubicBezTo>
                <a:cubicBezTo>
                  <a:pt x="0" y="162"/>
                  <a:pt x="1" y="162"/>
                  <a:pt x="1" y="162"/>
                </a:cubicBezTo>
                <a:cubicBezTo>
                  <a:pt x="1" y="162"/>
                  <a:pt x="1" y="163"/>
                  <a:pt x="2" y="163"/>
                </a:cubicBezTo>
                <a:cubicBezTo>
                  <a:pt x="2" y="163"/>
                  <a:pt x="3" y="163"/>
                  <a:pt x="3" y="163"/>
                </a:cubicBezTo>
                <a:cubicBezTo>
                  <a:pt x="3" y="163"/>
                  <a:pt x="3" y="163"/>
                  <a:pt x="4" y="163"/>
                </a:cubicBezTo>
                <a:cubicBezTo>
                  <a:pt x="47" y="153"/>
                  <a:pt x="47" y="153"/>
                  <a:pt x="47" y="153"/>
                </a:cubicBezTo>
                <a:cubicBezTo>
                  <a:pt x="47" y="153"/>
                  <a:pt x="47" y="153"/>
                  <a:pt x="47" y="153"/>
                </a:cubicBezTo>
                <a:cubicBezTo>
                  <a:pt x="47" y="153"/>
                  <a:pt x="47" y="153"/>
                  <a:pt x="47" y="152"/>
                </a:cubicBezTo>
                <a:cubicBezTo>
                  <a:pt x="47" y="152"/>
                  <a:pt x="47" y="152"/>
                  <a:pt x="48" y="152"/>
                </a:cubicBezTo>
                <a:cubicBezTo>
                  <a:pt x="48" y="152"/>
                  <a:pt x="48" y="152"/>
                  <a:pt x="48" y="152"/>
                </a:cubicBezTo>
                <a:cubicBezTo>
                  <a:pt x="48" y="152"/>
                  <a:pt x="48" y="152"/>
                  <a:pt x="48" y="152"/>
                </a:cubicBezTo>
                <a:cubicBezTo>
                  <a:pt x="152" y="47"/>
                  <a:pt x="152" y="47"/>
                  <a:pt x="152" y="47"/>
                </a:cubicBezTo>
                <a:cubicBezTo>
                  <a:pt x="163" y="37"/>
                  <a:pt x="163" y="21"/>
                  <a:pt x="152" y="11"/>
                </a:cubicBezTo>
                <a:close/>
                <a:moveTo>
                  <a:pt x="148" y="15"/>
                </a:moveTo>
                <a:cubicBezTo>
                  <a:pt x="155" y="22"/>
                  <a:pt x="156" y="33"/>
                  <a:pt x="150" y="41"/>
                </a:cubicBezTo>
                <a:cubicBezTo>
                  <a:pt x="122" y="13"/>
                  <a:pt x="122" y="13"/>
                  <a:pt x="122" y="13"/>
                </a:cubicBezTo>
                <a:cubicBezTo>
                  <a:pt x="130" y="7"/>
                  <a:pt x="141" y="8"/>
                  <a:pt x="148" y="15"/>
                </a:cubicBezTo>
                <a:close/>
                <a:moveTo>
                  <a:pt x="134" y="58"/>
                </a:moveTo>
                <a:cubicBezTo>
                  <a:pt x="105" y="29"/>
                  <a:pt x="105" y="29"/>
                  <a:pt x="105" y="29"/>
                </a:cubicBezTo>
                <a:cubicBezTo>
                  <a:pt x="109" y="25"/>
                  <a:pt x="109" y="25"/>
                  <a:pt x="109" y="25"/>
                </a:cubicBezTo>
                <a:cubicBezTo>
                  <a:pt x="138" y="54"/>
                  <a:pt x="138" y="54"/>
                  <a:pt x="138" y="54"/>
                </a:cubicBezTo>
                <a:lnTo>
                  <a:pt x="134" y="58"/>
                </a:lnTo>
                <a:close/>
                <a:moveTo>
                  <a:pt x="14" y="149"/>
                </a:moveTo>
                <a:cubicBezTo>
                  <a:pt x="13" y="148"/>
                  <a:pt x="11" y="148"/>
                  <a:pt x="10" y="149"/>
                </a:cubicBezTo>
                <a:cubicBezTo>
                  <a:pt x="8" y="151"/>
                  <a:pt x="8" y="151"/>
                  <a:pt x="8" y="151"/>
                </a:cubicBezTo>
                <a:cubicBezTo>
                  <a:pt x="15" y="120"/>
                  <a:pt x="15" y="120"/>
                  <a:pt x="15" y="120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33"/>
                  <a:pt x="27" y="133"/>
                  <a:pt x="27" y="133"/>
                </a:cubicBezTo>
                <a:cubicBezTo>
                  <a:pt x="27" y="133"/>
                  <a:pt x="27" y="133"/>
                  <a:pt x="27" y="133"/>
                </a:cubicBezTo>
                <a:cubicBezTo>
                  <a:pt x="27" y="134"/>
                  <a:pt x="27" y="134"/>
                  <a:pt x="27" y="134"/>
                </a:cubicBezTo>
                <a:cubicBezTo>
                  <a:pt x="27" y="134"/>
                  <a:pt x="27" y="134"/>
                  <a:pt x="27" y="134"/>
                </a:cubicBezTo>
                <a:cubicBezTo>
                  <a:pt x="27" y="134"/>
                  <a:pt x="27" y="134"/>
                  <a:pt x="27" y="135"/>
                </a:cubicBezTo>
                <a:cubicBezTo>
                  <a:pt x="27" y="135"/>
                  <a:pt x="27" y="135"/>
                  <a:pt x="27" y="135"/>
                </a:cubicBezTo>
                <a:cubicBezTo>
                  <a:pt x="27" y="135"/>
                  <a:pt x="27" y="135"/>
                  <a:pt x="27" y="135"/>
                </a:cubicBezTo>
                <a:cubicBezTo>
                  <a:pt x="28" y="136"/>
                  <a:pt x="28" y="136"/>
                  <a:pt x="28" y="136"/>
                </a:cubicBezTo>
                <a:cubicBezTo>
                  <a:pt x="28" y="136"/>
                  <a:pt x="28" y="136"/>
                  <a:pt x="28" y="136"/>
                </a:cubicBezTo>
                <a:cubicBezTo>
                  <a:pt x="28" y="136"/>
                  <a:pt x="29" y="136"/>
                  <a:pt x="29" y="136"/>
                </a:cubicBezTo>
                <a:cubicBezTo>
                  <a:pt x="29" y="136"/>
                  <a:pt x="29" y="136"/>
                  <a:pt x="29" y="136"/>
                </a:cubicBezTo>
                <a:cubicBezTo>
                  <a:pt x="29" y="136"/>
                  <a:pt x="29" y="136"/>
                  <a:pt x="30" y="136"/>
                </a:cubicBezTo>
                <a:cubicBezTo>
                  <a:pt x="30" y="136"/>
                  <a:pt x="30" y="136"/>
                  <a:pt x="30" y="136"/>
                </a:cubicBezTo>
                <a:cubicBezTo>
                  <a:pt x="30" y="136"/>
                  <a:pt x="30" y="136"/>
                  <a:pt x="30" y="136"/>
                </a:cubicBezTo>
                <a:cubicBezTo>
                  <a:pt x="30" y="136"/>
                  <a:pt x="30" y="136"/>
                  <a:pt x="30" y="136"/>
                </a:cubicBezTo>
                <a:cubicBezTo>
                  <a:pt x="30" y="136"/>
                  <a:pt x="30" y="136"/>
                  <a:pt x="30" y="136"/>
                </a:cubicBezTo>
                <a:cubicBezTo>
                  <a:pt x="30" y="136"/>
                  <a:pt x="30" y="136"/>
                  <a:pt x="30" y="136"/>
                </a:cubicBezTo>
                <a:cubicBezTo>
                  <a:pt x="45" y="135"/>
                  <a:pt x="45" y="135"/>
                  <a:pt x="45" y="135"/>
                </a:cubicBezTo>
                <a:cubicBezTo>
                  <a:pt x="43" y="148"/>
                  <a:pt x="43" y="148"/>
                  <a:pt x="43" y="148"/>
                </a:cubicBezTo>
                <a:cubicBezTo>
                  <a:pt x="12" y="155"/>
                  <a:pt x="12" y="155"/>
                  <a:pt x="12" y="155"/>
                </a:cubicBezTo>
                <a:cubicBezTo>
                  <a:pt x="14" y="153"/>
                  <a:pt x="14" y="153"/>
                  <a:pt x="14" y="153"/>
                </a:cubicBezTo>
                <a:cubicBezTo>
                  <a:pt x="15" y="152"/>
                  <a:pt x="15" y="150"/>
                  <a:pt x="14" y="149"/>
                </a:cubicBezTo>
                <a:close/>
                <a:moveTo>
                  <a:pt x="51" y="133"/>
                </a:moveTo>
                <a:cubicBezTo>
                  <a:pt x="116" y="68"/>
                  <a:pt x="116" y="68"/>
                  <a:pt x="116" y="68"/>
                </a:cubicBezTo>
                <a:cubicBezTo>
                  <a:pt x="117" y="67"/>
                  <a:pt x="117" y="65"/>
                  <a:pt x="116" y="64"/>
                </a:cubicBezTo>
                <a:cubicBezTo>
                  <a:pt x="114" y="63"/>
                  <a:pt x="113" y="63"/>
                  <a:pt x="111" y="64"/>
                </a:cubicBezTo>
                <a:cubicBezTo>
                  <a:pt x="47" y="129"/>
                  <a:pt x="47" y="129"/>
                  <a:pt x="47" y="129"/>
                </a:cubicBezTo>
                <a:cubicBezTo>
                  <a:pt x="33" y="130"/>
                  <a:pt x="33" y="130"/>
                  <a:pt x="33" y="130"/>
                </a:cubicBezTo>
                <a:cubicBezTo>
                  <a:pt x="34" y="116"/>
                  <a:pt x="34" y="116"/>
                  <a:pt x="34" y="116"/>
                </a:cubicBezTo>
                <a:cubicBezTo>
                  <a:pt x="99" y="52"/>
                  <a:pt x="99" y="52"/>
                  <a:pt x="99" y="52"/>
                </a:cubicBezTo>
                <a:cubicBezTo>
                  <a:pt x="100" y="50"/>
                  <a:pt x="100" y="49"/>
                  <a:pt x="99" y="47"/>
                </a:cubicBezTo>
                <a:cubicBezTo>
                  <a:pt x="98" y="46"/>
                  <a:pt x="96" y="46"/>
                  <a:pt x="95" y="47"/>
                </a:cubicBezTo>
                <a:cubicBezTo>
                  <a:pt x="30" y="112"/>
                  <a:pt x="30" y="112"/>
                  <a:pt x="30" y="112"/>
                </a:cubicBezTo>
                <a:cubicBezTo>
                  <a:pt x="21" y="113"/>
                  <a:pt x="21" y="113"/>
                  <a:pt x="21" y="113"/>
                </a:cubicBezTo>
                <a:cubicBezTo>
                  <a:pt x="101" y="33"/>
                  <a:pt x="101" y="33"/>
                  <a:pt x="101" y="33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50" y="142"/>
                  <a:pt x="50" y="142"/>
                  <a:pt x="50" y="142"/>
                </a:cubicBezTo>
                <a:lnTo>
                  <a:pt x="51" y="133"/>
                </a:lnTo>
                <a:close/>
                <a:moveTo>
                  <a:pt x="142" y="50"/>
                </a:moveTo>
                <a:cubicBezTo>
                  <a:pt x="113" y="21"/>
                  <a:pt x="113" y="21"/>
                  <a:pt x="113" y="21"/>
                </a:cubicBezTo>
                <a:cubicBezTo>
                  <a:pt x="118" y="17"/>
                  <a:pt x="118" y="17"/>
                  <a:pt x="118" y="17"/>
                </a:cubicBezTo>
                <a:cubicBezTo>
                  <a:pt x="146" y="45"/>
                  <a:pt x="146" y="45"/>
                  <a:pt x="146" y="45"/>
                </a:cubicBezTo>
                <a:lnTo>
                  <a:pt x="142" y="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21"/>
          <p:cNvSpPr/>
          <p:nvPr/>
        </p:nvSpPr>
        <p:spPr>
          <a:xfrm>
            <a:off x="5210668" y="4891358"/>
            <a:ext cx="343116" cy="343114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 smtClean="0">
                <a:solidFill>
                  <a:srgbClr val="FFFFFF"/>
                </a:solidFill>
              </a:rPr>
              <a:t>01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2" name="Oval 22"/>
          <p:cNvSpPr/>
          <p:nvPr/>
        </p:nvSpPr>
        <p:spPr>
          <a:xfrm>
            <a:off x="8377614" y="4891358"/>
            <a:ext cx="343116" cy="343114"/>
          </a:xfrm>
          <a:prstGeom prst="ellipse">
            <a:avLst/>
          </a:prstGeom>
          <a:solidFill>
            <a:schemeClr val="accent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 smtClean="0">
                <a:solidFill>
                  <a:srgbClr val="FFFFFF"/>
                </a:solidFill>
              </a:rPr>
              <a:t>03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3" name="Oval 23"/>
          <p:cNvSpPr/>
          <p:nvPr/>
        </p:nvSpPr>
        <p:spPr>
          <a:xfrm>
            <a:off x="6771851" y="2905631"/>
            <a:ext cx="343116" cy="343114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 smtClean="0">
                <a:solidFill>
                  <a:srgbClr val="FFFFFF"/>
                </a:solidFill>
              </a:rPr>
              <a:t>02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4" name="Oval 24"/>
          <p:cNvSpPr/>
          <p:nvPr/>
        </p:nvSpPr>
        <p:spPr>
          <a:xfrm>
            <a:off x="10005703" y="2905631"/>
            <a:ext cx="343116" cy="343114"/>
          </a:xfrm>
          <a:prstGeom prst="ellipse">
            <a:avLst/>
          </a:prstGeom>
          <a:solidFill>
            <a:schemeClr val="accent4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1000" dirty="0" smtClean="0">
                <a:solidFill>
                  <a:srgbClr val="FFFFFF"/>
                </a:solidFill>
              </a:rPr>
              <a:t>04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360365" y="5341394"/>
            <a:ext cx="2379062" cy="9448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b="1" dirty="0" smtClean="0">
                <a:solidFill>
                  <a:srgbClr val="0F6FC6"/>
                </a:solidFill>
              </a:rPr>
              <a:t>ЗАГОЛОВОК</a:t>
            </a:r>
            <a:endParaRPr lang="en-US" sz="1400" b="1" dirty="0" smtClean="0">
              <a:solidFill>
                <a:srgbClr val="0F6FC6"/>
              </a:solidFill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пояснения. Данные, иная важная информация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779753" y="1779571"/>
            <a:ext cx="2379062" cy="9448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b="1" dirty="0" smtClean="0">
                <a:solidFill>
                  <a:srgbClr val="0F6FC6"/>
                </a:solidFill>
              </a:rPr>
              <a:t>ЗАГОЛОВОК</a:t>
            </a:r>
            <a:endParaRPr lang="en-US" sz="1400" b="1" dirty="0" smtClean="0">
              <a:solidFill>
                <a:srgbClr val="0F6FC6"/>
              </a:solidFill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пояснения. Данные, иная важная информация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61658" y="1762318"/>
            <a:ext cx="2379062" cy="9448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b="1" dirty="0" smtClean="0">
                <a:solidFill>
                  <a:srgbClr val="0F6FC6"/>
                </a:solidFill>
              </a:rPr>
              <a:t>ЗАГОЛОВОК</a:t>
            </a:r>
            <a:endParaRPr lang="en-US" sz="1400" b="1" dirty="0" smtClean="0">
              <a:solidFill>
                <a:srgbClr val="0F6FC6"/>
              </a:solidFill>
            </a:endParaRPr>
          </a:p>
          <a:p>
            <a:pPr algn="ctr">
              <a:lnSpc>
                <a:spcPct val="120000"/>
              </a:lnSpc>
              <a:spcBef>
                <a:spcPts val="600"/>
              </a:spcBef>
            </a:pP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пояснения. Данные, иная важная информация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63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882379-9F61-44F3-BF60-785FFEDDD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98FF2C7C-C65E-45D3-9C76-02EB3CE5CE7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B48D430-CA05-4C82-95DD-7713260C6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0" y="3564835"/>
            <a:ext cx="3363432" cy="819150"/>
          </a:xfrm>
        </p:spPr>
        <p:txBody>
          <a:bodyPr>
            <a:noAutofit/>
          </a:bodyPr>
          <a:lstStyle/>
          <a:p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E55E46-F441-4287-8710-99232B7853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ЗАГОЛОВОК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DA1F97-692D-421B-802D-466D665E0D4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29225" y="731691"/>
            <a:ext cx="4851032" cy="4769205"/>
          </a:xfrm>
        </p:spPr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419D78F-D119-4CDD-B62D-7CF09503E6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3896838-E9DD-4DCB-B650-708C20FE5A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1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23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CDB0CE-4401-4B92-A34E-9F65B8235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98FF2C7C-C65E-45D3-9C76-02EB3CE5CE7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1AD27-242B-432C-A1A7-062339B51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2213371"/>
            <a:ext cx="5105400" cy="1322387"/>
          </a:xfrm>
        </p:spPr>
        <p:txBody>
          <a:bodyPr/>
          <a:lstStyle/>
          <a:p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ЗАГОЛОВОК</a:t>
            </a:r>
            <a:b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ДАННЫЕ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D8174D-BBA9-49AD-95AA-722C1549B67D}"/>
              </a:ext>
            </a:extLst>
          </p:cNvPr>
          <p:cNvSpPr txBox="1">
            <a:spLocks/>
          </p:cNvSpPr>
          <p:nvPr/>
        </p:nvSpPr>
        <p:spPr>
          <a:xfrm>
            <a:off x="5676900" y="1762125"/>
            <a:ext cx="5324475" cy="44672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ЗАГОЛОВОК РАЗДЕЛА</a:t>
            </a:r>
            <a:endParaRPr lang="en-U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ЗАГОЛОВОК РАЗДЕЛА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ЗАГОЛОВОК РАЗДЕЛА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361B25-AE1D-4050-B514-CE6BE01E612F}"/>
              </a:ext>
            </a:extLst>
          </p:cNvPr>
          <p:cNvSpPr/>
          <p:nvPr/>
        </p:nvSpPr>
        <p:spPr>
          <a:xfrm>
            <a:off x="4962526" y="1838325"/>
            <a:ext cx="221455" cy="221455"/>
          </a:xfrm>
          <a:prstGeom prst="ellipse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57C6C6-3B5E-449D-96B3-948A17C0F61E}"/>
              </a:ext>
            </a:extLst>
          </p:cNvPr>
          <p:cNvSpPr/>
          <p:nvPr/>
        </p:nvSpPr>
        <p:spPr>
          <a:xfrm>
            <a:off x="4962526" y="3265090"/>
            <a:ext cx="221455" cy="221455"/>
          </a:xfrm>
          <a:prstGeom prst="ellipse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33D4F-B0A7-4256-88E8-C803D75CF42B}"/>
              </a:ext>
            </a:extLst>
          </p:cNvPr>
          <p:cNvSpPr/>
          <p:nvPr/>
        </p:nvSpPr>
        <p:spPr>
          <a:xfrm>
            <a:off x="5073253" y="1872456"/>
            <a:ext cx="153192" cy="153192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993175-879B-49D4-B380-98A49E38E25C}"/>
              </a:ext>
            </a:extLst>
          </p:cNvPr>
          <p:cNvSpPr/>
          <p:nvPr/>
        </p:nvSpPr>
        <p:spPr>
          <a:xfrm>
            <a:off x="5073253" y="3299221"/>
            <a:ext cx="153192" cy="153192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C21590-6059-4028-BC40-0B52181D1A33}"/>
              </a:ext>
            </a:extLst>
          </p:cNvPr>
          <p:cNvSpPr/>
          <p:nvPr/>
        </p:nvSpPr>
        <p:spPr>
          <a:xfrm>
            <a:off x="4962526" y="4707175"/>
            <a:ext cx="221455" cy="221455"/>
          </a:xfrm>
          <a:prstGeom prst="ellipse">
            <a:avLst/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97E243-86F1-4B5F-BD09-745FCDE7CC5A}"/>
              </a:ext>
            </a:extLst>
          </p:cNvPr>
          <p:cNvSpPr/>
          <p:nvPr/>
        </p:nvSpPr>
        <p:spPr>
          <a:xfrm>
            <a:off x="5073253" y="4741306"/>
            <a:ext cx="153192" cy="153192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7A5AF8-26A2-42A5-BCAB-9D27C294A38C}"/>
              </a:ext>
            </a:extLst>
          </p:cNvPr>
          <p:cNvCxnSpPr>
            <a:stCxn id="9" idx="6"/>
          </p:cNvCxnSpPr>
          <p:nvPr/>
        </p:nvCxnSpPr>
        <p:spPr>
          <a:xfrm>
            <a:off x="5226445" y="1949052"/>
            <a:ext cx="310755" cy="3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6E335E-7F23-4308-BF59-6FD853C962EB}"/>
              </a:ext>
            </a:extLst>
          </p:cNvPr>
          <p:cNvCxnSpPr/>
          <p:nvPr/>
        </p:nvCxnSpPr>
        <p:spPr>
          <a:xfrm>
            <a:off x="5226445" y="3375817"/>
            <a:ext cx="310755" cy="3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C52041-3346-4B0C-95CF-9B8B0D8E1090}"/>
              </a:ext>
            </a:extLst>
          </p:cNvPr>
          <p:cNvCxnSpPr/>
          <p:nvPr/>
        </p:nvCxnSpPr>
        <p:spPr>
          <a:xfrm>
            <a:off x="5226445" y="4822981"/>
            <a:ext cx="310755" cy="3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 txBox="1">
            <a:spLocks/>
          </p:cNvSpPr>
          <p:nvPr/>
        </p:nvSpPr>
        <p:spPr>
          <a:xfrm>
            <a:off x="990600" y="3590079"/>
            <a:ext cx="3695700" cy="1309468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9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9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CDB0CE-4401-4B92-A34E-9F65B8235E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98FF2C7C-C65E-45D3-9C76-02EB3CE5CE7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1AD27-242B-432C-A1A7-062339B51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2289571"/>
            <a:ext cx="5105400" cy="1322387"/>
          </a:xfrm>
        </p:spPr>
        <p:txBody>
          <a:bodyPr/>
          <a:lstStyle/>
          <a:p>
            <a:r>
              <a:rPr lang="ru-RU" dirty="0" smtClean="0"/>
              <a:t>ЗАГОЛОВОК</a:t>
            </a:r>
            <a:br>
              <a:rPr lang="ru-RU" dirty="0" smtClean="0"/>
            </a:br>
            <a:r>
              <a:rPr lang="ru-RU" dirty="0" smtClean="0"/>
              <a:t>ДАННЫЕ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D8174D-BBA9-49AD-95AA-722C1549B67D}"/>
              </a:ext>
            </a:extLst>
          </p:cNvPr>
          <p:cNvSpPr txBox="1">
            <a:spLocks/>
          </p:cNvSpPr>
          <p:nvPr/>
        </p:nvSpPr>
        <p:spPr>
          <a:xfrm>
            <a:off x="5676900" y="1838325"/>
            <a:ext cx="5324475" cy="44672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000" dirty="0" smtClean="0">
                <a:solidFill>
                  <a:srgbClr val="10CF9B"/>
                </a:solidFill>
                <a:latin typeface="+mj-lt"/>
              </a:rPr>
              <a:t>ЗАГОЛОВОК РАЗДЕЛА</a:t>
            </a:r>
            <a:endParaRPr lang="en-US" sz="2000" dirty="0" smtClean="0">
              <a:solidFill>
                <a:srgbClr val="10CF9B"/>
              </a:solidFill>
              <a:latin typeface="+mj-lt"/>
            </a:endParaRPr>
          </a:p>
          <a:p>
            <a:r>
              <a:rPr lang="ru-RU" sz="1400" dirty="0">
                <a:solidFill>
                  <a:schemeClr val="bg1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rgbClr val="10CF9B"/>
                </a:solidFill>
                <a:latin typeface="+mj-lt"/>
              </a:rPr>
              <a:t>ЗАГОЛОВОК РАЗДЕЛА</a:t>
            </a:r>
            <a:endParaRPr lang="en-US" sz="2000" b="1" dirty="0">
              <a:solidFill>
                <a:srgbClr val="10CF9B"/>
              </a:solidFill>
              <a:latin typeface="+mj-lt"/>
            </a:endParaRPr>
          </a:p>
          <a:p>
            <a:r>
              <a:rPr lang="ru-RU" sz="1400" dirty="0">
                <a:solidFill>
                  <a:schemeClr val="bg1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10CF9B"/>
                </a:solidFill>
                <a:latin typeface="+mj-lt"/>
              </a:rPr>
              <a:t>ЗАГОЛОВОК РАЗДЕЛА</a:t>
            </a:r>
            <a:endParaRPr lang="en-US" sz="2000" dirty="0">
              <a:solidFill>
                <a:srgbClr val="10CF9B"/>
              </a:solidFill>
              <a:latin typeface="+mj-lt"/>
            </a:endParaRPr>
          </a:p>
          <a:p>
            <a:r>
              <a:rPr lang="ru-RU" sz="1400" dirty="0">
                <a:solidFill>
                  <a:schemeClr val="bg1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361B25-AE1D-4050-B514-CE6BE01E612F}"/>
              </a:ext>
            </a:extLst>
          </p:cNvPr>
          <p:cNvSpPr/>
          <p:nvPr/>
        </p:nvSpPr>
        <p:spPr>
          <a:xfrm>
            <a:off x="4962526" y="1914525"/>
            <a:ext cx="221455" cy="221455"/>
          </a:xfrm>
          <a:prstGeom prst="ellipse">
            <a:avLst/>
          </a:prstGeom>
          <a:solidFill>
            <a:srgbClr val="10CF9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57C6C6-3B5E-449D-96B3-948A17C0F61E}"/>
              </a:ext>
            </a:extLst>
          </p:cNvPr>
          <p:cNvSpPr/>
          <p:nvPr/>
        </p:nvSpPr>
        <p:spPr>
          <a:xfrm>
            <a:off x="4962526" y="3341290"/>
            <a:ext cx="221455" cy="221455"/>
          </a:xfrm>
          <a:prstGeom prst="ellipse">
            <a:avLst/>
          </a:prstGeom>
          <a:solidFill>
            <a:srgbClr val="10CF9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533D4F-B0A7-4256-88E8-C803D75CF42B}"/>
              </a:ext>
            </a:extLst>
          </p:cNvPr>
          <p:cNvSpPr/>
          <p:nvPr/>
        </p:nvSpPr>
        <p:spPr>
          <a:xfrm>
            <a:off x="5073253" y="1948656"/>
            <a:ext cx="153192" cy="153192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993175-879B-49D4-B380-98A49E38E25C}"/>
              </a:ext>
            </a:extLst>
          </p:cNvPr>
          <p:cNvSpPr/>
          <p:nvPr/>
        </p:nvSpPr>
        <p:spPr>
          <a:xfrm>
            <a:off x="5073253" y="3375421"/>
            <a:ext cx="153192" cy="153192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C21590-6059-4028-BC40-0B52181D1A33}"/>
              </a:ext>
            </a:extLst>
          </p:cNvPr>
          <p:cNvSpPr/>
          <p:nvPr/>
        </p:nvSpPr>
        <p:spPr>
          <a:xfrm>
            <a:off x="4962526" y="4783375"/>
            <a:ext cx="221455" cy="221455"/>
          </a:xfrm>
          <a:prstGeom prst="ellipse">
            <a:avLst/>
          </a:prstGeom>
          <a:solidFill>
            <a:srgbClr val="10CF9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97E243-86F1-4B5F-BD09-745FCDE7CC5A}"/>
              </a:ext>
            </a:extLst>
          </p:cNvPr>
          <p:cNvSpPr/>
          <p:nvPr/>
        </p:nvSpPr>
        <p:spPr>
          <a:xfrm>
            <a:off x="5073253" y="4817506"/>
            <a:ext cx="153192" cy="153192"/>
          </a:xfrm>
          <a:prstGeom prst="ellipse">
            <a:avLst/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7A5AF8-26A2-42A5-BCAB-9D27C294A38C}"/>
              </a:ext>
            </a:extLst>
          </p:cNvPr>
          <p:cNvCxnSpPr>
            <a:stCxn id="9" idx="6"/>
          </p:cNvCxnSpPr>
          <p:nvPr/>
        </p:nvCxnSpPr>
        <p:spPr>
          <a:xfrm>
            <a:off x="5226445" y="2025252"/>
            <a:ext cx="310755" cy="3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6E335E-7F23-4308-BF59-6FD853C962EB}"/>
              </a:ext>
            </a:extLst>
          </p:cNvPr>
          <p:cNvCxnSpPr/>
          <p:nvPr/>
        </p:nvCxnSpPr>
        <p:spPr>
          <a:xfrm>
            <a:off x="5226445" y="3452017"/>
            <a:ext cx="310755" cy="3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C52041-3346-4B0C-95CF-9B8B0D8E1090}"/>
              </a:ext>
            </a:extLst>
          </p:cNvPr>
          <p:cNvCxnSpPr/>
          <p:nvPr/>
        </p:nvCxnSpPr>
        <p:spPr>
          <a:xfrm>
            <a:off x="5226445" y="4899181"/>
            <a:ext cx="310755" cy="3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/>
          <p:cNvSpPr txBox="1">
            <a:spLocks/>
          </p:cNvSpPr>
          <p:nvPr/>
        </p:nvSpPr>
        <p:spPr>
          <a:xfrm>
            <a:off x="990600" y="3666279"/>
            <a:ext cx="3695700" cy="1309468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ru-RU" sz="1600" dirty="0" smtClean="0">
                <a:solidFill>
                  <a:schemeClr val="bg1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 smtClean="0">
              <a:solidFill>
                <a:schemeClr val="bg1"/>
              </a:solidFill>
            </a:endParaRPr>
          </a:p>
          <a:p>
            <a:pPr marL="0" indent="0">
              <a:buFont typeface="Wingdings 2" panose="05020102010507070707" pitchFamily="18" charset="2"/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8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596572" y="1609825"/>
            <a:ext cx="3679371" cy="914400"/>
          </a:xfrm>
        </p:spPr>
        <p:txBody>
          <a:bodyPr>
            <a:normAutofit/>
          </a:bodyPr>
          <a:lstStyle/>
          <a:p>
            <a:r>
              <a:rPr lang="ru-RU" sz="1200" i="0" dirty="0" smtClean="0">
                <a:latin typeface="Onest Medium" pitchFamily="2" charset="0"/>
              </a:rPr>
              <a:t>Текст - пояснение к фото или другая информация</a:t>
            </a:r>
            <a:endParaRPr lang="en-US" sz="1200" i="0" dirty="0">
              <a:latin typeface="Onest Medium" pitchFamily="2" charset="0"/>
            </a:endParaRPr>
          </a:p>
          <a:p>
            <a:endParaRPr lang="en-US" sz="1200" i="0" dirty="0">
              <a:latin typeface="Onest Medium" pitchFamily="2" charset="0"/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7" name="TextBox 6"/>
          <p:cNvSpPr txBox="1"/>
          <p:nvPr/>
        </p:nvSpPr>
        <p:spPr>
          <a:xfrm>
            <a:off x="1596570" y="3512770"/>
            <a:ext cx="5138059" cy="255454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</a:t>
            </a:r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ru-RU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ru-RU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слайда, данные и полезная информация. Текст слайда, данные и полезная информация.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96570" y="2984160"/>
            <a:ext cx="2414122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2400" b="1" dirty="0" smtClean="0">
                <a:solidFill>
                  <a:schemeClr val="accent1"/>
                </a:solidFill>
              </a:rPr>
              <a:t>Заголовок темы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56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/>
          <p:cNvCxnSpPr/>
          <p:nvPr/>
        </p:nvCxnSpPr>
        <p:spPr>
          <a:xfrm>
            <a:off x="6260133" y="1651516"/>
            <a:ext cx="0" cy="3479498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ДАННЫЕ, ВАЖНЫЕ ЦИФРЫ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85621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052888" y="1435897"/>
            <a:ext cx="416560" cy="416560"/>
            <a:chOff x="5108410" y="1700592"/>
            <a:chExt cx="416560" cy="416560"/>
          </a:xfrm>
        </p:grpSpPr>
        <p:sp>
          <p:nvSpPr>
            <p:cNvPr id="7" name="Oval 6"/>
            <p:cNvSpPr/>
            <p:nvPr/>
          </p:nvSpPr>
          <p:spPr>
            <a:xfrm>
              <a:off x="5108410" y="1700592"/>
              <a:ext cx="416560" cy="4165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hape 3612"/>
            <p:cNvSpPr/>
            <p:nvPr/>
          </p:nvSpPr>
          <p:spPr>
            <a:xfrm>
              <a:off x="5213922" y="1846848"/>
              <a:ext cx="203466" cy="138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052888" y="3006591"/>
            <a:ext cx="416560" cy="416560"/>
            <a:chOff x="5108410" y="1700592"/>
            <a:chExt cx="416560" cy="416560"/>
          </a:xfrm>
        </p:grpSpPr>
        <p:sp>
          <p:nvSpPr>
            <p:cNvPr id="10" name="Oval 9"/>
            <p:cNvSpPr/>
            <p:nvPr/>
          </p:nvSpPr>
          <p:spPr>
            <a:xfrm>
              <a:off x="5108410" y="1700592"/>
              <a:ext cx="416560" cy="4165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 3612"/>
            <p:cNvSpPr/>
            <p:nvPr/>
          </p:nvSpPr>
          <p:spPr>
            <a:xfrm>
              <a:off x="5213922" y="1846848"/>
              <a:ext cx="203466" cy="138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052888" y="4931070"/>
            <a:ext cx="416560" cy="416560"/>
            <a:chOff x="5108410" y="1700592"/>
            <a:chExt cx="416560" cy="416560"/>
          </a:xfrm>
        </p:grpSpPr>
        <p:sp>
          <p:nvSpPr>
            <p:cNvPr id="13" name="Oval 12"/>
            <p:cNvSpPr/>
            <p:nvPr/>
          </p:nvSpPr>
          <p:spPr>
            <a:xfrm>
              <a:off x="5108410" y="1700592"/>
              <a:ext cx="416560" cy="4165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Shape 3612"/>
            <p:cNvSpPr/>
            <p:nvPr/>
          </p:nvSpPr>
          <p:spPr>
            <a:xfrm>
              <a:off x="5213922" y="1846848"/>
              <a:ext cx="203466" cy="138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20"/>
                  </a:moveTo>
                  <a:cubicBezTo>
                    <a:pt x="21600" y="323"/>
                    <a:pt x="21380" y="0"/>
                    <a:pt x="21109" y="0"/>
                  </a:cubicBezTo>
                  <a:cubicBezTo>
                    <a:pt x="20969" y="0"/>
                    <a:pt x="20845" y="88"/>
                    <a:pt x="20755" y="226"/>
                  </a:cubicBezTo>
                  <a:lnTo>
                    <a:pt x="20754" y="223"/>
                  </a:lnTo>
                  <a:lnTo>
                    <a:pt x="7848" y="19853"/>
                  </a:lnTo>
                  <a:lnTo>
                    <a:pt x="838" y="9571"/>
                  </a:lnTo>
                  <a:cubicBezTo>
                    <a:pt x="749" y="9441"/>
                    <a:pt x="626" y="9360"/>
                    <a:pt x="491" y="9360"/>
                  </a:cubicBezTo>
                  <a:cubicBezTo>
                    <a:pt x="220" y="9360"/>
                    <a:pt x="0" y="9683"/>
                    <a:pt x="0" y="10080"/>
                  </a:cubicBezTo>
                  <a:cubicBezTo>
                    <a:pt x="0" y="10279"/>
                    <a:pt x="55" y="10459"/>
                    <a:pt x="144" y="10589"/>
                  </a:cubicBezTo>
                  <a:lnTo>
                    <a:pt x="7507" y="21390"/>
                  </a:lnTo>
                  <a:cubicBezTo>
                    <a:pt x="7596" y="21520"/>
                    <a:pt x="7719" y="21600"/>
                    <a:pt x="7855" y="21600"/>
                  </a:cubicBezTo>
                  <a:cubicBezTo>
                    <a:pt x="7995" y="21600"/>
                    <a:pt x="8119" y="21513"/>
                    <a:pt x="8208" y="21376"/>
                  </a:cubicBezTo>
                  <a:lnTo>
                    <a:pt x="8210" y="21377"/>
                  </a:lnTo>
                  <a:lnTo>
                    <a:pt x="21465" y="1217"/>
                  </a:lnTo>
                  <a:lnTo>
                    <a:pt x="21462" y="1215"/>
                  </a:lnTo>
                  <a:cubicBezTo>
                    <a:pt x="21547" y="1087"/>
                    <a:pt x="21600" y="913"/>
                    <a:pt x="21600" y="720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751667" y="1589420"/>
            <a:ext cx="146995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НЕОБХОДИМЫЙ </a:t>
            </a:r>
            <a:r>
              <a:rPr lang="ru-RU" sz="1000" dirty="0" smtClean="0">
                <a:solidFill>
                  <a:schemeClr val="tx1">
                    <a:alpha val="70000"/>
                  </a:schemeClr>
                </a:solidFill>
              </a:rPr>
              <a:t>ТЕКСТ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51667" y="1924080"/>
            <a:ext cx="3757307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1667" y="3073664"/>
            <a:ext cx="146995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НЕОБХОДИМЫЙ ТЕКСТ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51667" y="3408324"/>
            <a:ext cx="3757307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51667" y="5087994"/>
            <a:ext cx="1469954" cy="246221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000" dirty="0">
                <a:solidFill>
                  <a:schemeClr val="tx1">
                    <a:alpha val="70000"/>
                  </a:schemeClr>
                </a:solidFill>
              </a:rPr>
              <a:t>НЕОБХОДИМЫЙ ТЕКСТ</a:t>
            </a:r>
            <a:endParaRPr lang="en-US" sz="10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51667" y="5422654"/>
            <a:ext cx="3757307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96570" y="5348404"/>
            <a:ext cx="2882665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96570" y="4859550"/>
            <a:ext cx="2350002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ЗАГОЛОВОК, ПОЯСНЕНИЕ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6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sp>
        <p:nvSpPr>
          <p:cNvPr id="28" name="Text Placeholder 3"/>
          <p:cNvSpPr txBox="1">
            <a:spLocks/>
          </p:cNvSpPr>
          <p:nvPr/>
        </p:nvSpPr>
        <p:spPr>
          <a:xfrm>
            <a:off x="1596572" y="1609825"/>
            <a:ext cx="3679371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b="0" i="1" kern="1200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i="0" dirty="0" smtClean="0">
                <a:latin typeface="Onest Medium" pitchFamily="2" charset="0"/>
              </a:rPr>
              <a:t>Текст - пояснение к фото или другая информация</a:t>
            </a:r>
            <a:endParaRPr lang="en-US" sz="1200" i="0" dirty="0" smtClean="0">
              <a:latin typeface="Onest Medium" pitchFamily="2" charset="0"/>
            </a:endParaRPr>
          </a:p>
          <a:p>
            <a:endParaRPr lang="en-US" sz="1200" i="0" dirty="0">
              <a:latin typeface="Ones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2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D877B3-D348-4611-9BDB-C5374591D95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20" name="Рисунок 19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1" name="Рисунок 20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2" name="Рисунок 21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3" name="Рисунок 22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4" name="TextBox 13"/>
          <p:cNvSpPr txBox="1"/>
          <p:nvPr/>
        </p:nvSpPr>
        <p:spPr>
          <a:xfrm>
            <a:off x="8637375" y="1422224"/>
            <a:ext cx="2364109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ТЕКСТ ОПИСАНИЯ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37375" y="1788929"/>
            <a:ext cx="2160748" cy="3139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 smtClean="0">
                <a:solidFill>
                  <a:schemeClr val="tx1">
                    <a:alpha val="70000"/>
                  </a:schemeClr>
                </a:solidFill>
              </a:rPr>
              <a:t>ДРУГОЙ ТЕКСТ</a:t>
            </a: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5995" y="5030472"/>
            <a:ext cx="3404055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200" dirty="0" err="1" smtClean="0">
                <a:solidFill>
                  <a:schemeClr val="tx1">
                    <a:alpha val="70000"/>
                  </a:schemeClr>
                </a:solidFill>
              </a:rPr>
              <a:t>Апгапшгпгивствзыщшсмтрзшцгмршзцкгмтз</a:t>
            </a:r>
            <a:r>
              <a:rPr lang="ru-RU" sz="1200" dirty="0" smtClean="0">
                <a:solidFill>
                  <a:schemeClr val="tx1">
                    <a:alpha val="70000"/>
                  </a:schemeClr>
                </a:solidFill>
              </a:rPr>
              <a:t> кцтхщлорщ8 п7а6кв5кеыв </a:t>
            </a:r>
            <a:r>
              <a:rPr lang="ru-RU" sz="1200" dirty="0" err="1" smtClean="0">
                <a:solidFill>
                  <a:schemeClr val="tx1">
                    <a:alpha val="70000"/>
                  </a:schemeClr>
                </a:solidFill>
              </a:rPr>
              <a:t>кеагрлж</a:t>
            </a:r>
            <a:endParaRPr lang="ru-RU" sz="1200" dirty="0" smtClean="0">
              <a:solidFill>
                <a:schemeClr val="tx1">
                  <a:alpha val="7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1200" dirty="0" err="1" smtClean="0">
                <a:solidFill>
                  <a:schemeClr val="tx1">
                    <a:alpha val="70000"/>
                  </a:schemeClr>
                </a:solidFill>
              </a:rPr>
              <a:t>Ъдлоавквкенгош</a:t>
            </a:r>
            <a:r>
              <a:rPr lang="ru-RU" sz="1200" dirty="0" smtClean="0">
                <a:solidFill>
                  <a:schemeClr val="tx1">
                    <a:alpha val="70000"/>
                  </a:schemeClr>
                </a:solidFill>
              </a:rPr>
              <a:t> лджъ-г8шав543ы4ыв687 пир0лъ</a:t>
            </a:r>
          </a:p>
          <a:p>
            <a:pPr>
              <a:lnSpc>
                <a:spcPct val="120000"/>
              </a:lnSpc>
            </a:pPr>
            <a:endParaRPr lang="en-US" sz="1200" dirty="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5995" y="4541618"/>
            <a:ext cx="2356414" cy="40011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2000" b="1" dirty="0" smtClean="0">
                <a:solidFill>
                  <a:srgbClr val="0F6FC6"/>
                </a:solidFill>
              </a:rPr>
              <a:t>ТЕКСТ ОПИСАНИЯ</a:t>
            </a:r>
            <a:endParaRPr lang="en-US" sz="2000" dirty="0">
              <a:solidFill>
                <a:srgbClr val="0F6F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47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596570" y="5348404"/>
            <a:ext cx="2882665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92875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596571" y="2715860"/>
            <a:ext cx="1919866" cy="1919866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ДАННЫЕ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906805" y="2715860"/>
            <a:ext cx="1919866" cy="1919866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ДАННЫЕ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17039" y="2715860"/>
            <a:ext cx="1919866" cy="1919866"/>
          </a:xfrm>
          <a:prstGeom prst="ellipse">
            <a:avLst/>
          </a:prstGeom>
          <a:noFill/>
          <a:ln w="127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</a:rPr>
              <a:t>ДАННЫЕ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</a:endParaRPr>
          </a:p>
        </p:txBody>
      </p:sp>
      <p:cxnSp>
        <p:nvCxnSpPr>
          <p:cNvPr id="18" name="Straight Connector 17"/>
          <p:cNvCxnSpPr>
            <a:stCxn id="6" idx="6"/>
            <a:endCxn id="7" idx="2"/>
          </p:cNvCxnSpPr>
          <p:nvPr/>
        </p:nvCxnSpPr>
        <p:spPr>
          <a:xfrm>
            <a:off x="3516437" y="3675793"/>
            <a:ext cx="1390368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  <a:endCxn id="8" idx="2"/>
          </p:cNvCxnSpPr>
          <p:nvPr/>
        </p:nvCxnSpPr>
        <p:spPr>
          <a:xfrm>
            <a:off x="6826671" y="3675793"/>
            <a:ext cx="1390368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96570" y="4930718"/>
            <a:ext cx="24317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4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ЗАГОЛОВОК, ПОЯСНЕНИЕ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4" name="Text Placeholder 3"/>
          <p:cNvSpPr txBox="1">
            <a:spLocks/>
          </p:cNvSpPr>
          <p:nvPr/>
        </p:nvSpPr>
        <p:spPr>
          <a:xfrm>
            <a:off x="1596572" y="1609825"/>
            <a:ext cx="3679371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b="0" i="1" kern="1200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i="0" dirty="0" smtClean="0">
                <a:latin typeface="Onest Medium" pitchFamily="2" charset="0"/>
              </a:rPr>
              <a:t>Текст - пояснение к фото или другая информация</a:t>
            </a:r>
            <a:endParaRPr lang="en-US" sz="1200" i="0" dirty="0" smtClean="0">
              <a:latin typeface="Onest Medium" pitchFamily="2" charset="0"/>
            </a:endParaRPr>
          </a:p>
          <a:p>
            <a:endParaRPr lang="en-US" sz="1200" i="0" dirty="0">
              <a:latin typeface="Onest Medium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06805" y="5348404"/>
            <a:ext cx="2882665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06805" y="4930718"/>
            <a:ext cx="24317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4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ЗАГОЛОВОК, ПОЯСНЕНИЕ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7039" y="5348404"/>
            <a:ext cx="2882665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17039" y="4930718"/>
            <a:ext cx="24317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4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ЗАГОЛОВОК, ПОЯСНЕНИЕ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74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Art</a:t>
            </a:r>
            <a:br>
              <a:rPr lang="en-US" dirty="0"/>
            </a:br>
            <a:r>
              <a:rPr lang="en-US" dirty="0"/>
              <a:t>Slides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558300" y="6478651"/>
            <a:ext cx="1052510" cy="365125"/>
          </a:xfrm>
        </p:spPr>
        <p:txBody>
          <a:bodyPr/>
          <a:lstStyle/>
          <a:p>
            <a:fld id="{D8D877B3-D348-4611-9BDB-C5374591D951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403031651"/>
              </p:ext>
            </p:extLst>
          </p:nvPr>
        </p:nvGraphicFramePr>
        <p:xfrm>
          <a:off x="4311205" y="1412177"/>
          <a:ext cx="7332119" cy="4888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596570" y="5348404"/>
            <a:ext cx="2882665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96570" y="4930718"/>
            <a:ext cx="2431756" cy="307777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ru-RU" sz="1400" b="1" dirty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t>ЗАГОЛОВОК, ПОЯСНЕНИЕ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3" name="Text Placeholder 3"/>
          <p:cNvSpPr txBox="1">
            <a:spLocks/>
          </p:cNvSpPr>
          <p:nvPr/>
        </p:nvSpPr>
        <p:spPr>
          <a:xfrm>
            <a:off x="1596572" y="1609825"/>
            <a:ext cx="3679371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b="0" i="1" kern="1200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i="0" dirty="0" smtClean="0">
                <a:latin typeface="Onest Medium" pitchFamily="2" charset="0"/>
              </a:rPr>
              <a:t>Текст - пояснение к фото или другая информация</a:t>
            </a:r>
            <a:endParaRPr lang="en-US" sz="1200" i="0" dirty="0" smtClean="0">
              <a:latin typeface="Onest Medium" pitchFamily="2" charset="0"/>
            </a:endParaRPr>
          </a:p>
          <a:p>
            <a:endParaRPr lang="en-US" sz="1200" i="0" dirty="0">
              <a:latin typeface="Onest Medium" pitchFamily="2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51674" y="623534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1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Группа 14"/>
          <p:cNvGrpSpPr/>
          <p:nvPr/>
        </p:nvGrpSpPr>
        <p:grpSpPr>
          <a:xfrm>
            <a:off x="451674" y="454662"/>
            <a:ext cx="11297637" cy="93781"/>
            <a:chOff x="451674" y="326570"/>
            <a:chExt cx="11297637" cy="93781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5E017DB-55EB-4988-B877-508068933AA0}"/>
                </a:ext>
              </a:extLst>
            </p:cNvPr>
            <p:cNvSpPr/>
            <p:nvPr/>
          </p:nvSpPr>
          <p:spPr>
            <a:xfrm>
              <a:off x="451674" y="326570"/>
              <a:ext cx="3684897" cy="93781"/>
            </a:xfrm>
            <a:prstGeom prst="rect">
              <a:avLst/>
            </a:prstGeom>
            <a:solidFill>
              <a:srgbClr val="0F6F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5E017DB-55EB-4988-B877-508068933AA0}"/>
                </a:ext>
              </a:extLst>
            </p:cNvPr>
            <p:cNvSpPr/>
            <p:nvPr/>
          </p:nvSpPr>
          <p:spPr>
            <a:xfrm>
              <a:off x="4258044" y="326570"/>
              <a:ext cx="3684897" cy="93781"/>
            </a:xfrm>
            <a:prstGeom prst="rect">
              <a:avLst/>
            </a:prstGeom>
            <a:solidFill>
              <a:srgbClr val="009D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5E017DB-55EB-4988-B877-508068933AA0}"/>
                </a:ext>
              </a:extLst>
            </p:cNvPr>
            <p:cNvSpPr/>
            <p:nvPr/>
          </p:nvSpPr>
          <p:spPr>
            <a:xfrm>
              <a:off x="8037922" y="326570"/>
              <a:ext cx="3711389" cy="93781"/>
            </a:xfrm>
            <a:prstGeom prst="rect">
              <a:avLst/>
            </a:prstGeom>
            <a:solidFill>
              <a:srgbClr val="10CF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33298" y="3336312"/>
            <a:ext cx="4187371" cy="1279231"/>
          </a:xfrm>
        </p:spPr>
        <p:txBody>
          <a:bodyPr/>
          <a:lstStyle/>
          <a:p>
            <a:r>
              <a:rPr lang="ru-RU" dirty="0" smtClean="0"/>
              <a:t>ТЕКСТ</a:t>
            </a:r>
            <a:br>
              <a:rPr lang="ru-RU" dirty="0" smtClean="0"/>
            </a:br>
            <a:r>
              <a:rPr lang="ru-RU" dirty="0" err="1" smtClean="0"/>
              <a:t>ТЕКСТ</a:t>
            </a:r>
            <a:endParaRPr lang="en-US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6433298" y="2251781"/>
            <a:ext cx="1172503" cy="1251257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318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kern="1200" spc="-15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3298" y="4679652"/>
            <a:ext cx="2297335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Текст слайда, данные и полезная информация. Текст слайда, данные и полезная информация.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426117" y="1609825"/>
            <a:ext cx="248399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b="0" i="1" kern="1200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i="0" dirty="0" smtClean="0">
                <a:latin typeface="Onest Medium" pitchFamily="2" charset="0"/>
              </a:rPr>
              <a:t>Текст - пояснение к фото или другая информация</a:t>
            </a:r>
            <a:endParaRPr lang="en-US" sz="1200" i="0" dirty="0" smtClean="0">
              <a:latin typeface="Onest Medium" pitchFamily="2" charset="0"/>
            </a:endParaRPr>
          </a:p>
          <a:p>
            <a:endParaRPr lang="en-US" sz="1200" i="0" dirty="0">
              <a:latin typeface="Onest Medium" pitchFamily="2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5E017DB-55EB-4988-B877-508068933AA0}"/>
              </a:ext>
            </a:extLst>
          </p:cNvPr>
          <p:cNvSpPr/>
          <p:nvPr/>
        </p:nvSpPr>
        <p:spPr>
          <a:xfrm>
            <a:off x="447180" y="645886"/>
            <a:ext cx="11297639" cy="50858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Заголовок 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 txBox="1">
            <a:spLocks/>
          </p:cNvSpPr>
          <p:nvPr/>
        </p:nvSpPr>
        <p:spPr>
          <a:xfrm>
            <a:off x="501363" y="645886"/>
            <a:ext cx="9034523" cy="4316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sz="40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000" dirty="0" smtClean="0">
                <a:solidFill>
                  <a:srgbClr val="FFFEFF"/>
                </a:solidFill>
              </a:rPr>
              <a:t>ЗАГОЛОВОК</a:t>
            </a:r>
            <a:endParaRPr lang="ru-RU" sz="2000" dirty="0">
              <a:solidFill>
                <a:srgbClr val="FFFEFF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5886" y="688873"/>
            <a:ext cx="786237" cy="316259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/>
          </p:cNvSpPr>
          <p:nvPr/>
        </p:nvSpPr>
        <p:spPr>
          <a:xfrm>
            <a:off x="9108125" y="1609825"/>
            <a:ext cx="2483998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900" b="0" i="1" kern="1200">
                <a:solidFill>
                  <a:schemeClr val="tx1">
                    <a:alpha val="70000"/>
                  </a:schemeClr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i="0" dirty="0" smtClean="0">
                <a:latin typeface="Onest Medium" pitchFamily="2" charset="0"/>
              </a:rPr>
              <a:t>Текст - пояснение к фото или другая информация</a:t>
            </a:r>
            <a:endParaRPr lang="en-US" sz="1200" i="0" dirty="0" smtClean="0">
              <a:latin typeface="Onest Medium" pitchFamily="2" charset="0"/>
            </a:endParaRPr>
          </a:p>
          <a:p>
            <a:endParaRPr lang="en-US" sz="1200" i="0" dirty="0">
              <a:latin typeface="Onest Medium" pitchFamily="2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220686" y="499923"/>
            <a:ext cx="3875314" cy="7750622"/>
          </a:xfrm>
        </p:spPr>
      </p:sp>
      <p:sp>
        <p:nvSpPr>
          <p:cNvPr id="20" name="Slide Number Placeholder 2"/>
          <p:cNvSpPr txBox="1">
            <a:spLocks/>
          </p:cNvSpPr>
          <p:nvPr/>
        </p:nvSpPr>
        <p:spPr>
          <a:xfrm>
            <a:off x="10558300" y="6478651"/>
            <a:ext cx="10525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8D877B3-D348-4611-9BDB-C5374591D951}" type="slidenum">
              <a:rPr lang="en-US" sz="900">
                <a:solidFill>
                  <a:schemeClr val="accent2"/>
                </a:solidFill>
              </a:rPr>
              <a:pPr algn="r"/>
              <a:t>17</a:t>
            </a:fld>
            <a:endParaRPr lang="en-US" sz="9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52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954" y="1854734"/>
            <a:ext cx="7199528" cy="314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8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319215"/>
            <a:ext cx="3081576" cy="1171574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Onest Medium" pitchFamily="2" charset="0"/>
              </a:rPr>
              <a:t>Спасибо за внимание!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5343525"/>
            <a:ext cx="3081576" cy="790576"/>
          </a:xfrm>
        </p:spPr>
        <p:txBody>
          <a:bodyPr rtlCol="0">
            <a:normAutofit/>
          </a:bodyPr>
          <a:lstStyle/>
          <a:p>
            <a:pPr rtl="0"/>
            <a:r>
              <a:rPr lang="ru-RU" dirty="0">
                <a:solidFill>
                  <a:schemeClr val="bg2"/>
                </a:solidFill>
              </a:rPr>
              <a:t>proverka@example.com</a:t>
            </a:r>
          </a:p>
          <a:p>
            <a:pPr rtl="0"/>
            <a:endParaRPr lang="ru-RU" dirty="0">
              <a:solidFill>
                <a:schemeClr val="bg2"/>
              </a:solidFill>
            </a:endParaRPr>
          </a:p>
          <a:p>
            <a:pPr rtl="0"/>
            <a:endParaRPr lang="ru-RU" dirty="0">
              <a:solidFill>
                <a:schemeClr val="bg2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50" y="644771"/>
            <a:ext cx="3395511" cy="252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Дивиденд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Другая 1">
      <a:majorFont>
        <a:latin typeface="Onest Black"/>
        <a:ea typeface=""/>
        <a:cs typeface=""/>
      </a:majorFont>
      <a:minorFont>
        <a:latin typeface="Onest Medium"/>
        <a:ea typeface=""/>
        <a:cs typeface="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TM03457464[[fn=Дивиденд]]</Template>
  <TotalTime>0</TotalTime>
  <Words>893</Words>
  <Application>Microsoft Office PowerPoint</Application>
  <PresentationFormat>Широкоэкранный</PresentationFormat>
  <Paragraphs>176</Paragraphs>
  <Slides>19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8" baseType="lpstr">
      <vt:lpstr>Arial</vt:lpstr>
      <vt:lpstr>Calibri</vt:lpstr>
      <vt:lpstr>Onest Black</vt:lpstr>
      <vt:lpstr>Onest ExtraBold</vt:lpstr>
      <vt:lpstr>Onest Medium</vt:lpstr>
      <vt:lpstr>Open Sans</vt:lpstr>
      <vt:lpstr>Source Sans Pro</vt:lpstr>
      <vt:lpstr>Wingdings 2</vt:lpstr>
      <vt:lpstr>Дивиденд</vt:lpstr>
      <vt:lpstr>Презентация PowerPoint</vt:lpstr>
      <vt:lpstr>ЗАГОЛОВОК РАЗДЕЛА</vt:lpstr>
      <vt:lpstr>ЗАГОЛОВОК</vt:lpstr>
      <vt:lpstr>ЗАГОЛОВОК</vt:lpstr>
      <vt:lpstr>Our Company Value #1</vt:lpstr>
      <vt:lpstr>Our Company Value #1</vt:lpstr>
      <vt:lpstr>Презентация PowerPoint</vt:lpstr>
      <vt:lpstr>Презентация PowerPoint</vt:lpstr>
      <vt:lpstr>ЗАГОЛОВОК</vt:lpstr>
      <vt:lpstr>ЗАГОЛОВОК ДАННЫЕ</vt:lpstr>
      <vt:lpstr>ЗАГОЛОВОК ДАННЫЕ</vt:lpstr>
      <vt:lpstr>Презентация PowerPoint</vt:lpstr>
      <vt:lpstr>ДАННЫЕ, ВАЖНЫЕ ЦИФРЫ</vt:lpstr>
      <vt:lpstr>Презентация PowerPoint</vt:lpstr>
      <vt:lpstr>Презентация PowerPoint</vt:lpstr>
      <vt:lpstr>Smart Art Slides</vt:lpstr>
      <vt:lpstr>ТЕКСТ ТЕКСТ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2026-03-27T04:47:49Z</dcterms:created>
  <dcterms:modified xsi:type="dcterms:W3CDTF">2026-03-27T07:01:47Z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